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4"/>
  </p:notesMasterIdLst>
  <p:handoutMasterIdLst>
    <p:handoutMasterId r:id="rId5"/>
  </p:handoutMasterIdLst>
  <p:sldIdLst>
    <p:sldId id="256" r:id="rId2"/>
    <p:sldId id="258" r:id="rId3"/>
  </p:sldIdLst>
  <p:sldSz cx="12192000" cy="6858000"/>
  <p:notesSz cx="6858000" cy="9144000"/>
  <p:embeddedFontLst>
    <p:embeddedFont>
      <p:font typeface="Play"/>
      <p:regular r:id="rId6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6395"/>
  </p:normalViewPr>
  <p:slideViewPr>
    <p:cSldViewPr snapToGrid="0">
      <p:cViewPr varScale="1">
        <p:scale>
          <a:sx n="109" d="100"/>
          <a:sy n="109" d="100"/>
        </p:scale>
        <p:origin x="216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98A67F2-D436-F6D6-E005-093256B066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EF1617-49B7-C840-42E2-8DE9DD918A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7DD3D-A383-1B4F-8799-AAC5D14B5510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62C1D4-ADE6-E4CD-FE8E-C15F77400B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151CFE-1844-DCC4-E6B8-06BD5A36C40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D201BE-2B75-9C4D-802D-65BD4122BE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2423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Пустой слайд" preserve="1" userDrawn="1">
  <p:cSld name="16_Пустой слайд">
    <p:bg>
      <p:bgPr>
        <a:solidFill>
          <a:srgbClr val="F2F2F2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rgbClr val="004CA5"/>
              </a:gs>
              <a:gs pos="72000">
                <a:srgbClr val="0D267A"/>
              </a:gs>
              <a:gs pos="99000">
                <a:srgbClr val="122176"/>
              </a:gs>
              <a:gs pos="100000">
                <a:srgbClr val="122176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0072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Пустой слайд" userDrawn="1">
  <p:cSld name="11_Пустой слайд">
    <p:bg>
      <p:bgPr>
        <a:solidFill>
          <a:srgbClr val="F2F2F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rgbClr val="004CA5"/>
              </a:gs>
              <a:gs pos="72000">
                <a:srgbClr val="0D267A"/>
              </a:gs>
              <a:gs pos="99000">
                <a:srgbClr val="122176"/>
              </a:gs>
              <a:gs pos="100000">
                <a:srgbClr val="122176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75;p18">
            <a:extLst>
              <a:ext uri="{FF2B5EF4-FFF2-40B4-BE49-F238E27FC236}">
                <a16:creationId xmlns:a16="http://schemas.microsoft.com/office/drawing/2014/main" id="{F8A861C6-1213-F0AD-A690-2B328B224751}"/>
              </a:ext>
            </a:extLst>
          </p:cNvPr>
          <p:cNvSpPr/>
          <p:nvPr userDrawn="1"/>
        </p:nvSpPr>
        <p:spPr>
          <a:xfrm>
            <a:off x="213575" y="150326"/>
            <a:ext cx="10554600" cy="372000"/>
          </a:xfrm>
          <a:prstGeom prst="roundRect">
            <a:avLst>
              <a:gd name="adj" fmla="val 16667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8;p2">
            <a:extLst>
              <a:ext uri="{FF2B5EF4-FFF2-40B4-BE49-F238E27FC236}">
                <a16:creationId xmlns:a16="http://schemas.microsoft.com/office/drawing/2014/main" id="{5C8AB9EA-0E1F-29E4-31AA-610244EAADE6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925801" y="238441"/>
            <a:ext cx="1108573" cy="195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Пустой слайд" preserve="1" userDrawn="1">
  <p:cSld name="13_Пустой слайд">
    <p:bg>
      <p:bgPr>
        <a:solidFill>
          <a:srgbClr val="F2F2F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rgbClr val="004CA5"/>
              </a:gs>
              <a:gs pos="72000">
                <a:srgbClr val="0D267A"/>
              </a:gs>
              <a:gs pos="99000">
                <a:srgbClr val="122176"/>
              </a:gs>
              <a:gs pos="100000">
                <a:srgbClr val="122176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8;p2">
            <a:extLst>
              <a:ext uri="{FF2B5EF4-FFF2-40B4-BE49-F238E27FC236}">
                <a16:creationId xmlns:a16="http://schemas.microsoft.com/office/drawing/2014/main" id="{5C8AB9EA-0E1F-29E4-31AA-610244EAADE6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925801" y="238441"/>
            <a:ext cx="1108573" cy="1957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927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-1178182"/>
            <a:ext cx="773270" cy="773270"/>
          </a:xfrm>
          <a:prstGeom prst="ellipse">
            <a:avLst/>
          </a:prstGeom>
          <a:solidFill>
            <a:srgbClr val="184E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1171205" y="-1178182"/>
            <a:ext cx="773270" cy="773270"/>
          </a:xfrm>
          <a:prstGeom prst="ellipse">
            <a:avLst/>
          </a:prstGeom>
          <a:solidFill>
            <a:srgbClr val="1D27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2342410" y="-1178182"/>
            <a:ext cx="773270" cy="773270"/>
          </a:xfrm>
          <a:prstGeom prst="ellipse">
            <a:avLst/>
          </a:prstGeom>
          <a:solidFill>
            <a:srgbClr val="42E3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3513616" y="-1178182"/>
            <a:ext cx="773270" cy="773270"/>
          </a:xfrm>
          <a:prstGeom prst="ellipse">
            <a:avLst/>
          </a:prstGeom>
          <a:solidFill>
            <a:srgbClr val="0087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48" r:id="rId2"/>
    <p:sldLayoutId id="2147483665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orient="horz" pos="436">
          <p15:clr>
            <a:srgbClr val="F26B43"/>
          </p15:clr>
        </p15:guide>
        <p15:guide id="3" pos="7242">
          <p15:clr>
            <a:srgbClr val="F26B43"/>
          </p15:clr>
        </p15:guide>
        <p15:guide id="4" orient="horz" pos="3884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orient="horz" pos="3521">
          <p15:clr>
            <a:srgbClr val="F26B43"/>
          </p15:clr>
        </p15:guide>
        <p15:guide id="7" orient="horz" pos="799">
          <p15:clr>
            <a:srgbClr val="F26B43"/>
          </p15:clr>
        </p15:guide>
        <p15:guide id="8" orient="horz" pos="2614">
          <p15:clr>
            <a:srgbClr val="F26B43"/>
          </p15:clr>
        </p15:guide>
        <p15:guide id="9" orient="horz" pos="1706">
          <p15:clr>
            <a:srgbClr val="F26B43"/>
          </p15:clr>
        </p15:guide>
        <p15:guide id="10" pos="3840">
          <p15:clr>
            <a:srgbClr val="F26B43"/>
          </p15:clr>
        </p15:guide>
        <p15:guide id="11" pos="2933">
          <p15:clr>
            <a:srgbClr val="F26B43"/>
          </p15:clr>
        </p15:guide>
        <p15:guide id="12" pos="2479">
          <p15:clr>
            <a:srgbClr val="F26B43"/>
          </p15:clr>
        </p15:guide>
        <p15:guide id="13" pos="2026">
          <p15:clr>
            <a:srgbClr val="F26B43"/>
          </p15:clr>
        </p15:guide>
        <p15:guide id="14" pos="1118">
          <p15:clr>
            <a:srgbClr val="F26B43"/>
          </p15:clr>
        </p15:guide>
        <p15:guide id="15" pos="4747">
          <p15:clr>
            <a:srgbClr val="F26B43"/>
          </p15:clr>
        </p15:guide>
        <p15:guide id="16" pos="5201">
          <p15:clr>
            <a:srgbClr val="F26B43"/>
          </p15:clr>
        </p15:guide>
        <p15:guide id="17" pos="5654">
          <p15:clr>
            <a:srgbClr val="F26B43"/>
          </p15:clr>
        </p15:guide>
        <p15:guide id="18" pos="656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/>
        </p:nvSpPr>
        <p:spPr>
          <a:xfrm>
            <a:off x="695325" y="3970817"/>
            <a:ext cx="8280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dirty="0" err="1">
                <a:solidFill>
                  <a:schemeClr val="lt1"/>
                </a:solidFill>
              </a:rPr>
              <a:t>Спринт</a:t>
            </a:r>
            <a:r>
              <a:rPr lang="en-US" dirty="0">
                <a:solidFill>
                  <a:schemeClr val="lt1"/>
                </a:solidFill>
              </a:rPr>
              <a:t>:</a:t>
            </a:r>
            <a:endParaRPr dirty="0"/>
          </a:p>
        </p:txBody>
      </p:sp>
      <p:sp>
        <p:nvSpPr>
          <p:cNvPr id="166" name="Google Shape;166;p17"/>
          <p:cNvSpPr txBox="1"/>
          <p:nvPr/>
        </p:nvSpPr>
        <p:spPr>
          <a:xfrm>
            <a:off x="695400" y="2526041"/>
            <a:ext cx="9721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lay"/>
              <a:buNone/>
            </a:pPr>
            <a:r>
              <a:rPr lang="en-US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Демо SberAds Core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lay"/>
              <a:buNone/>
            </a:pPr>
            <a:r>
              <a:rPr lang="en-US" sz="3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Инструменты Разработки </a:t>
            </a:r>
            <a:endParaRPr sz="3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67" name="Google Shape;16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311210"/>
            <a:ext cx="1478653" cy="65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title="531429621843793726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66500" y="0"/>
            <a:ext cx="1625500" cy="162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/>
        </p:nvSpPr>
        <p:spPr>
          <a:xfrm>
            <a:off x="695400" y="2977662"/>
            <a:ext cx="9721850" cy="67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n-US" sz="4000" dirty="0" err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Спасибо</a:t>
            </a:r>
            <a:r>
              <a:rPr lang="en-US" sz="4000" dirty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4000" dirty="0" err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за</a:t>
            </a:r>
            <a:r>
              <a:rPr lang="en-US" sz="4000" dirty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4000" dirty="0" err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внимание</a:t>
            </a:r>
            <a:endParaRPr sz="4000" b="0" i="0" u="none" strike="noStrike" cap="none" dirty="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Тема Office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0BA70"/>
      </a:accent1>
      <a:accent2>
        <a:srgbClr val="2DC2A7"/>
      </a:accent2>
      <a:accent3>
        <a:srgbClr val="1D6964"/>
      </a:accent3>
      <a:accent4>
        <a:srgbClr val="1DA099"/>
      </a:accent4>
      <a:accent5>
        <a:srgbClr val="208468"/>
      </a:accent5>
      <a:accent6>
        <a:srgbClr val="0F7E8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</Words>
  <Application>Microsoft Macintosh PowerPoint</Application>
  <PresentationFormat>Широкоэкранный</PresentationFormat>
  <Paragraphs>4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Play</vt:lpstr>
      <vt:lpstr>Arial</vt:lpstr>
      <vt:lpstr>Calibri</vt:lpstr>
      <vt:lpstr>2_Тема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Анастасия Зайцева</cp:lastModifiedBy>
  <cp:revision>26</cp:revision>
  <dcterms:modified xsi:type="dcterms:W3CDTF">2026-02-17T19:22:55Z</dcterms:modified>
</cp:coreProperties>
</file>