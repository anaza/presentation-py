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5"/>
  </p:notesMasterIdLst>
  <p:sldIdLst>
    <p:sldId id="256" r:id="rId2"/>
    <p:sldId id="257" r:id="rId3"/>
    <p:sldId id="258" r:id="rId4"/>
  </p:sldIdLst>
  <p:sldSz cx="12192000" cy="6858000"/>
  <p:notesSz cx="6858000" cy="9144000"/>
  <p:embeddedFontLst>
    <p:embeddedFont>
      <p:font typeface="Play" pitchFamily="2" charset="0"/>
      <p:regular r:id="rId6"/>
      <p:bold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71"/>
  </p:normalViewPr>
  <p:slideViewPr>
    <p:cSldViewPr snapToGrid="0">
      <p:cViewPr varScale="1">
        <p:scale>
          <a:sx n="100" d="100"/>
          <a:sy n="100" d="100"/>
        </p:scale>
        <p:origin x="552"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2.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lay"/>
                <a:ea typeface="Play"/>
                <a:cs typeface="Play"/>
                <a:sym typeface="Play"/>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lay"/>
                <a:ea typeface="Play"/>
                <a:cs typeface="Play"/>
                <a:sym typeface="Play"/>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lay"/>
                <a:ea typeface="Play"/>
                <a:cs typeface="Play"/>
                <a:sym typeface="Play"/>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lay"/>
                <a:ea typeface="Play"/>
                <a:cs typeface="Play"/>
                <a:sym typeface="Play"/>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lay"/>
                <a:ea typeface="Play"/>
                <a:cs typeface="Play"/>
                <a:sym typeface="Play"/>
              </a:rPr>
              <a:t>‹#›</a:t>
            </a:fld>
            <a:endParaRPr sz="1200" b="0" i="0" u="none" strike="noStrike" cap="none">
              <a:solidFill>
                <a:schemeClr val="dk1"/>
              </a:solidFill>
              <a:latin typeface="Play"/>
              <a:ea typeface="Play"/>
              <a:cs typeface="Play"/>
              <a:sym typeface="Play"/>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 Id="rId5" Type="http://schemas.openxmlformats.org/officeDocument/2006/relationships/image" Target="../media/image26.png"/><Relationship Id="rId4" Type="http://schemas.openxmlformats.org/officeDocument/2006/relationships/image" Target="../media/image2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1_Пустой слайд">
  <p:cSld name="11_Пустой слайд">
    <p:bg>
      <p:bgPr>
        <a:solidFill>
          <a:srgbClr val="F2F2F2"/>
        </a:solidFill>
        <a:effectLst/>
      </p:bgPr>
    </p:bg>
    <p:spTree>
      <p:nvGrpSpPr>
        <p:cNvPr id="1" name="Shape 14"/>
        <p:cNvGrpSpPr/>
        <p:nvPr/>
      </p:nvGrpSpPr>
      <p:grpSpPr>
        <a:xfrm>
          <a:off x="0" y="0"/>
          <a:ext cx="0" cy="0"/>
          <a:chOff x="0" y="0"/>
          <a:chExt cx="0" cy="0"/>
        </a:xfrm>
      </p:grpSpPr>
      <p:sp>
        <p:nvSpPr>
          <p:cNvPr id="15" name="Google Shape;15;p2"/>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2"/>
          <p:cNvSpPr txBox="1">
            <a:spLocks noGrp="1"/>
          </p:cNvSpPr>
          <p:nvPr>
            <p:ph type="body" idx="1"/>
          </p:nvPr>
        </p:nvSpPr>
        <p:spPr>
          <a:xfrm>
            <a:off x="630235" y="1643063"/>
            <a:ext cx="5118629" cy="46307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228600" algn="l" rtl="0">
              <a:lnSpc>
                <a:spcPct val="130000"/>
              </a:lnSpc>
              <a:spcBef>
                <a:spcPts val="8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L="1371600" marR="0" lvl="2" indent="-228600" algn="l" rtl="0">
              <a:lnSpc>
                <a:spcPct val="13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30000"/>
              </a:lnSpc>
              <a:spcBef>
                <a:spcPts val="8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2286000" marR="0" lvl="4" indent="-228600" algn="l" rtl="0">
              <a:lnSpc>
                <a:spcPct val="130000"/>
              </a:lnSpc>
              <a:spcBef>
                <a:spcPts val="8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2743200" marR="0" lvl="5" indent="-342900" algn="l" rtl="0">
              <a:lnSpc>
                <a:spcPct val="90000"/>
              </a:lnSpc>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2"/>
          <p:cNvSpPr txBox="1">
            <a:spLocks noGrp="1"/>
          </p:cNvSpPr>
          <p:nvPr>
            <p:ph type="body" idx="2"/>
          </p:nvPr>
        </p:nvSpPr>
        <p:spPr>
          <a:xfrm>
            <a:off x="6341534" y="1643063"/>
            <a:ext cx="5118629" cy="46307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228600" algn="l" rtl="0">
              <a:lnSpc>
                <a:spcPct val="130000"/>
              </a:lnSpc>
              <a:spcBef>
                <a:spcPts val="8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L="1371600" marR="0" lvl="2" indent="-228600" algn="l" rtl="0">
              <a:lnSpc>
                <a:spcPct val="13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30000"/>
              </a:lnSpc>
              <a:spcBef>
                <a:spcPts val="8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2286000" marR="0" lvl="4" indent="-228600" algn="l" rtl="0">
              <a:lnSpc>
                <a:spcPct val="130000"/>
              </a:lnSpc>
              <a:spcBef>
                <a:spcPts val="8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2743200" marR="0" lvl="5" indent="-342900" algn="l" rtl="0">
              <a:lnSpc>
                <a:spcPct val="90000"/>
              </a:lnSpc>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8" name="Google Shape;18;p2"/>
          <p:cNvPicPr preferRelativeResize="0"/>
          <p:nvPr/>
        </p:nvPicPr>
        <p:blipFill rotWithShape="1">
          <a:blip r:embed="rId2">
            <a:alphaModFix/>
          </a:blip>
          <a:srcRect/>
          <a:stretch/>
        </p:blipFill>
        <p:spPr>
          <a:xfrm>
            <a:off x="623034" y="640366"/>
            <a:ext cx="2630491" cy="46453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Пользовательский макет">
  <p:cSld name="Пользовательский макет">
    <p:spTree>
      <p:nvGrpSpPr>
        <p:cNvPr id="1" name="Shape 19"/>
        <p:cNvGrpSpPr/>
        <p:nvPr/>
      </p:nvGrpSpPr>
      <p:grpSpPr>
        <a:xfrm>
          <a:off x="0" y="0"/>
          <a:ext cx="0" cy="0"/>
          <a:chOff x="0" y="0"/>
          <a:chExt cx="0" cy="0"/>
        </a:xfrm>
      </p:grpSpPr>
      <p:sp>
        <p:nvSpPr>
          <p:cNvPr id="20" name="Google Shape;20;p3"/>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 name="Google Shape;21;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4400"/>
              <a:buFont typeface="Play"/>
              <a:buNone/>
              <a:defRPr sz="44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8_Пустой слайд">
  <p:cSld name="18_Пустой слайд">
    <p:spTree>
      <p:nvGrpSpPr>
        <p:cNvPr id="1" name="Shape 22"/>
        <p:cNvGrpSpPr/>
        <p:nvPr/>
      </p:nvGrpSpPr>
      <p:grpSpPr>
        <a:xfrm>
          <a:off x="0" y="0"/>
          <a:ext cx="0" cy="0"/>
          <a:chOff x="0" y="0"/>
          <a:chExt cx="0" cy="0"/>
        </a:xfrm>
      </p:grpSpPr>
      <p:sp>
        <p:nvSpPr>
          <p:cNvPr id="23" name="Google Shape;23;p4"/>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1" name="Google Shape;41;p4"/>
          <p:cNvSpPr/>
          <p:nvPr/>
        </p:nvSpPr>
        <p:spPr>
          <a:xfrm>
            <a:off x="8330959" y="729175"/>
            <a:ext cx="3277271" cy="2422056"/>
          </a:xfrm>
          <a:prstGeom prst="roundRect">
            <a:avLst>
              <a:gd name="adj" fmla="val 16667"/>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3" name="Google Shape;43;p4"/>
          <p:cNvSpPr txBox="1"/>
          <p:nvPr/>
        </p:nvSpPr>
        <p:spPr>
          <a:xfrm>
            <a:off x="583770" y="61885"/>
            <a:ext cx="7161362" cy="5662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3000"/>
              <a:buFont typeface="Play"/>
              <a:buNone/>
            </a:pPr>
            <a:r>
              <a:rPr lang="en-US" sz="3000" b="0" i="0" u="none" strike="noStrike" cap="none">
                <a:solidFill>
                  <a:schemeClr val="lt1"/>
                </a:solidFill>
                <a:latin typeface="Play"/>
                <a:ea typeface="Play"/>
                <a:cs typeface="Play"/>
                <a:sym typeface="Play"/>
              </a:rPr>
              <a:t>Цветовая палитра</a:t>
            </a:r>
            <a:endParaRPr sz="3000" b="0" i="0" u="none" strike="noStrike" cap="none">
              <a:solidFill>
                <a:schemeClr val="lt1"/>
              </a:solidFill>
              <a:latin typeface="Play"/>
              <a:ea typeface="Play"/>
              <a:cs typeface="Play"/>
              <a:sym typeface="Play"/>
            </a:endParaRPr>
          </a:p>
        </p:txBody>
      </p:sp>
      <p:sp>
        <p:nvSpPr>
          <p:cNvPr id="44" name="Google Shape;44;p4"/>
          <p:cNvSpPr/>
          <p:nvPr/>
        </p:nvSpPr>
        <p:spPr>
          <a:xfrm>
            <a:off x="583770" y="3231582"/>
            <a:ext cx="914400" cy="914400"/>
          </a:xfrm>
          <a:prstGeom prst="rect">
            <a:avLst/>
          </a:prstGeom>
          <a:solidFill>
            <a:srgbClr val="42E3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5" name="Google Shape;45;p4"/>
          <p:cNvSpPr/>
          <p:nvPr/>
        </p:nvSpPr>
        <p:spPr>
          <a:xfrm>
            <a:off x="2074133" y="1357228"/>
            <a:ext cx="914400" cy="914400"/>
          </a:xfrm>
          <a:prstGeom prst="rect">
            <a:avLst/>
          </a:prstGeom>
          <a:solidFill>
            <a:srgbClr val="1D27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 name="Google Shape;46;p4"/>
          <p:cNvSpPr/>
          <p:nvPr/>
        </p:nvSpPr>
        <p:spPr>
          <a:xfrm>
            <a:off x="2060392" y="3231582"/>
            <a:ext cx="914400" cy="914400"/>
          </a:xfrm>
          <a:prstGeom prst="rect">
            <a:avLst/>
          </a:prstGeom>
          <a:solidFill>
            <a:srgbClr val="0087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4"/>
          <p:cNvSpPr txBox="1"/>
          <p:nvPr/>
        </p:nvSpPr>
        <p:spPr>
          <a:xfrm>
            <a:off x="583770" y="773415"/>
            <a:ext cx="2590746" cy="2966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chemeClr val="lt1"/>
              </a:buClr>
              <a:buSzPts val="1800"/>
              <a:buFont typeface="Arial"/>
              <a:buNone/>
            </a:pPr>
            <a:r>
              <a:rPr lang="en-US" sz="1800" b="1" i="0" u="none" strike="noStrike" cap="none">
                <a:solidFill>
                  <a:schemeClr val="lt1"/>
                </a:solidFill>
                <a:latin typeface="Play"/>
                <a:ea typeface="Play"/>
                <a:cs typeface="Play"/>
                <a:sym typeface="Play"/>
              </a:rPr>
              <a:t>Основные цвета</a:t>
            </a:r>
            <a:endParaRPr/>
          </a:p>
        </p:txBody>
      </p:sp>
      <p:sp>
        <p:nvSpPr>
          <p:cNvPr id="48" name="Google Shape;48;p4"/>
          <p:cNvSpPr/>
          <p:nvPr/>
        </p:nvSpPr>
        <p:spPr>
          <a:xfrm>
            <a:off x="583770" y="1357228"/>
            <a:ext cx="914400" cy="914400"/>
          </a:xfrm>
          <a:prstGeom prst="rect">
            <a:avLst/>
          </a:prstGeom>
          <a:solidFill>
            <a:srgbClr val="004FA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9" name="Google Shape;49;p4"/>
          <p:cNvSpPr txBox="1"/>
          <p:nvPr/>
        </p:nvSpPr>
        <p:spPr>
          <a:xfrm>
            <a:off x="581455" y="2762058"/>
            <a:ext cx="3960962" cy="29967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chemeClr val="lt1"/>
              </a:buClr>
              <a:buSzPts val="1800"/>
              <a:buFont typeface="Arial"/>
              <a:buNone/>
            </a:pPr>
            <a:r>
              <a:rPr lang="en-US" sz="1800" b="1" i="0" u="none" strike="noStrike" cap="none">
                <a:solidFill>
                  <a:schemeClr val="lt1"/>
                </a:solidFill>
                <a:latin typeface="Play"/>
                <a:ea typeface="Play"/>
                <a:cs typeface="Play"/>
                <a:sym typeface="Play"/>
              </a:rPr>
              <a:t>Дополнительные цвета</a:t>
            </a:r>
            <a:endParaRPr/>
          </a:p>
        </p:txBody>
      </p:sp>
      <p:sp>
        <p:nvSpPr>
          <p:cNvPr id="50" name="Google Shape;50;p4"/>
          <p:cNvSpPr txBox="1"/>
          <p:nvPr/>
        </p:nvSpPr>
        <p:spPr>
          <a:xfrm>
            <a:off x="5861173" y="803634"/>
            <a:ext cx="2590746" cy="2966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chemeClr val="lt1"/>
              </a:buClr>
              <a:buSzPts val="1800"/>
              <a:buFont typeface="Arial"/>
              <a:buNone/>
            </a:pPr>
            <a:r>
              <a:rPr lang="en-US" sz="1800" b="1" i="0" u="none" strike="noStrike" cap="none">
                <a:solidFill>
                  <a:schemeClr val="lt1"/>
                </a:solidFill>
                <a:latin typeface="Play"/>
                <a:ea typeface="Play"/>
                <a:cs typeface="Play"/>
                <a:sym typeface="Play"/>
              </a:rPr>
              <a:t>Текстовые цвета</a:t>
            </a:r>
            <a:endParaRPr/>
          </a:p>
        </p:txBody>
      </p:sp>
      <p:sp>
        <p:nvSpPr>
          <p:cNvPr id="51" name="Google Shape;51;p4"/>
          <p:cNvSpPr/>
          <p:nvPr/>
        </p:nvSpPr>
        <p:spPr>
          <a:xfrm>
            <a:off x="5836121" y="1357228"/>
            <a:ext cx="914400" cy="914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2" name="Google Shape;52;p4"/>
          <p:cNvSpPr txBox="1"/>
          <p:nvPr/>
        </p:nvSpPr>
        <p:spPr>
          <a:xfrm>
            <a:off x="583769" y="4206416"/>
            <a:ext cx="1143001" cy="39676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400"/>
              <a:buFont typeface="Arial"/>
              <a:buNone/>
            </a:pPr>
            <a:r>
              <a:rPr lang="en-US" sz="1400" b="0" i="0" u="none" strike="noStrike" cap="none">
                <a:solidFill>
                  <a:schemeClr val="lt1"/>
                </a:solidFill>
                <a:latin typeface="Arial"/>
                <a:ea typeface="Arial"/>
                <a:cs typeface="Arial"/>
                <a:sym typeface="Arial"/>
              </a:rPr>
              <a:t>Арктический</a:t>
            </a:r>
            <a:endParaRPr/>
          </a:p>
        </p:txBody>
      </p:sp>
      <p:sp>
        <p:nvSpPr>
          <p:cNvPr id="53" name="Google Shape;53;p4"/>
          <p:cNvSpPr txBox="1"/>
          <p:nvPr/>
        </p:nvSpPr>
        <p:spPr>
          <a:xfrm>
            <a:off x="2071504" y="2332062"/>
            <a:ext cx="1327071" cy="39676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400"/>
              <a:buFont typeface="Arial"/>
              <a:buNone/>
            </a:pPr>
            <a:r>
              <a:rPr lang="en-US" sz="1400" b="0" i="0" u="none" strike="noStrike" cap="none">
                <a:solidFill>
                  <a:schemeClr val="lt1"/>
                </a:solidFill>
                <a:latin typeface="Arial"/>
                <a:ea typeface="Arial"/>
                <a:cs typeface="Arial"/>
                <a:sym typeface="Arial"/>
              </a:rPr>
              <a:t>Индиго</a:t>
            </a:r>
            <a:endParaRPr/>
          </a:p>
        </p:txBody>
      </p:sp>
      <p:sp>
        <p:nvSpPr>
          <p:cNvPr id="54" name="Google Shape;54;p4"/>
          <p:cNvSpPr txBox="1"/>
          <p:nvPr/>
        </p:nvSpPr>
        <p:spPr>
          <a:xfrm>
            <a:off x="2060392" y="4207428"/>
            <a:ext cx="1912433" cy="39676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400"/>
              <a:buFont typeface="Arial"/>
              <a:buNone/>
            </a:pPr>
            <a:r>
              <a:rPr lang="en-US" sz="1400" b="0" i="0" u="none" strike="noStrike" cap="none">
                <a:solidFill>
                  <a:schemeClr val="lt1"/>
                </a:solidFill>
                <a:latin typeface="Arial"/>
                <a:ea typeface="Arial"/>
                <a:cs typeface="Arial"/>
                <a:sym typeface="Arial"/>
              </a:rPr>
              <a:t>Синий</a:t>
            </a:r>
            <a:endParaRPr/>
          </a:p>
        </p:txBody>
      </p:sp>
      <p:sp>
        <p:nvSpPr>
          <p:cNvPr id="55" name="Google Shape;55;p4"/>
          <p:cNvSpPr txBox="1"/>
          <p:nvPr/>
        </p:nvSpPr>
        <p:spPr>
          <a:xfrm>
            <a:off x="579455" y="2332062"/>
            <a:ext cx="1143001" cy="40493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400"/>
              <a:buFont typeface="Arial"/>
              <a:buNone/>
            </a:pPr>
            <a:r>
              <a:rPr lang="en-US" sz="1400" b="0" i="0" u="none" strike="noStrike" cap="none">
                <a:solidFill>
                  <a:schemeClr val="lt1"/>
                </a:solidFill>
                <a:latin typeface="Arial"/>
                <a:ea typeface="Arial"/>
                <a:cs typeface="Arial"/>
                <a:sym typeface="Arial"/>
              </a:rPr>
              <a:t>Кобальтовый</a:t>
            </a:r>
            <a:endParaRPr/>
          </a:p>
        </p:txBody>
      </p:sp>
      <p:sp>
        <p:nvSpPr>
          <p:cNvPr id="56" name="Google Shape;56;p4"/>
          <p:cNvSpPr txBox="1"/>
          <p:nvPr/>
        </p:nvSpPr>
        <p:spPr>
          <a:xfrm>
            <a:off x="5836121" y="2337190"/>
            <a:ext cx="1219200" cy="39676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400"/>
              <a:buFont typeface="Arial"/>
              <a:buNone/>
            </a:pPr>
            <a:r>
              <a:rPr lang="en-US" sz="1400" b="0" i="0" u="none" strike="noStrike" cap="none">
                <a:solidFill>
                  <a:schemeClr val="lt1"/>
                </a:solidFill>
                <a:latin typeface="Arial"/>
                <a:ea typeface="Arial"/>
                <a:cs typeface="Arial"/>
                <a:sym typeface="Arial"/>
              </a:rPr>
              <a:t>Белый</a:t>
            </a:r>
            <a:endParaRPr/>
          </a:p>
        </p:txBody>
      </p:sp>
      <p:sp>
        <p:nvSpPr>
          <p:cNvPr id="57" name="Google Shape;57;p4"/>
          <p:cNvSpPr txBox="1"/>
          <p:nvPr/>
        </p:nvSpPr>
        <p:spPr>
          <a:xfrm>
            <a:off x="580894" y="3874064"/>
            <a:ext cx="9215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chemeClr val="lt1"/>
                </a:solidFill>
                <a:latin typeface="Arial"/>
                <a:ea typeface="Arial"/>
                <a:cs typeface="Arial"/>
                <a:sym typeface="Arial"/>
              </a:rPr>
              <a:t>#42E3B4</a:t>
            </a:r>
            <a:endParaRPr sz="1200">
              <a:solidFill>
                <a:schemeClr val="lt1"/>
              </a:solidFill>
              <a:latin typeface="Arial"/>
              <a:ea typeface="Arial"/>
              <a:cs typeface="Arial"/>
              <a:sym typeface="Arial"/>
            </a:endParaRPr>
          </a:p>
        </p:txBody>
      </p:sp>
      <p:sp>
        <p:nvSpPr>
          <p:cNvPr id="58" name="Google Shape;58;p4"/>
          <p:cNvSpPr txBox="1"/>
          <p:nvPr/>
        </p:nvSpPr>
        <p:spPr>
          <a:xfrm>
            <a:off x="2072695" y="1980374"/>
            <a:ext cx="9215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Arial"/>
                <a:ea typeface="Arial"/>
                <a:cs typeface="Arial"/>
                <a:sym typeface="Arial"/>
              </a:rPr>
              <a:t>#1D2773</a:t>
            </a:r>
            <a:endParaRPr sz="1200">
              <a:solidFill>
                <a:schemeClr val="lt1"/>
              </a:solidFill>
              <a:latin typeface="Arial"/>
              <a:ea typeface="Arial"/>
              <a:cs typeface="Arial"/>
              <a:sym typeface="Arial"/>
            </a:endParaRPr>
          </a:p>
        </p:txBody>
      </p:sp>
      <p:sp>
        <p:nvSpPr>
          <p:cNvPr id="59" name="Google Shape;59;p4"/>
          <p:cNvSpPr txBox="1"/>
          <p:nvPr/>
        </p:nvSpPr>
        <p:spPr>
          <a:xfrm>
            <a:off x="2066975" y="3854727"/>
            <a:ext cx="9215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Arial"/>
                <a:ea typeface="Arial"/>
                <a:cs typeface="Arial"/>
                <a:sym typeface="Arial"/>
              </a:rPr>
              <a:t>#0087CD</a:t>
            </a:r>
            <a:endParaRPr sz="1200">
              <a:solidFill>
                <a:schemeClr val="lt1"/>
              </a:solidFill>
              <a:latin typeface="Arial"/>
              <a:ea typeface="Arial"/>
              <a:cs typeface="Arial"/>
              <a:sym typeface="Arial"/>
            </a:endParaRPr>
          </a:p>
        </p:txBody>
      </p:sp>
      <p:sp>
        <p:nvSpPr>
          <p:cNvPr id="60" name="Google Shape;60;p4"/>
          <p:cNvSpPr txBox="1"/>
          <p:nvPr/>
        </p:nvSpPr>
        <p:spPr>
          <a:xfrm>
            <a:off x="5836121" y="1994629"/>
            <a:ext cx="9215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#FFFFFF</a:t>
            </a:r>
            <a:endParaRPr sz="1200">
              <a:solidFill>
                <a:schemeClr val="dk1"/>
              </a:solidFill>
              <a:latin typeface="Arial"/>
              <a:ea typeface="Arial"/>
              <a:cs typeface="Arial"/>
              <a:sym typeface="Arial"/>
            </a:endParaRPr>
          </a:p>
        </p:txBody>
      </p:sp>
      <p:sp>
        <p:nvSpPr>
          <p:cNvPr id="61" name="Google Shape;61;p4"/>
          <p:cNvSpPr txBox="1"/>
          <p:nvPr/>
        </p:nvSpPr>
        <p:spPr>
          <a:xfrm>
            <a:off x="599847" y="1994629"/>
            <a:ext cx="9215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Arial"/>
                <a:ea typeface="Arial"/>
                <a:cs typeface="Arial"/>
                <a:sym typeface="Arial"/>
              </a:rPr>
              <a:t>#184EA1</a:t>
            </a:r>
            <a:endParaRPr sz="1200">
              <a:solidFill>
                <a:schemeClr val="lt1"/>
              </a:solidFill>
              <a:latin typeface="Arial"/>
              <a:ea typeface="Arial"/>
              <a:cs typeface="Arial"/>
              <a:sym typeface="Arial"/>
            </a:endParaRPr>
          </a:p>
        </p:txBody>
      </p:sp>
      <p:pic>
        <p:nvPicPr>
          <p:cNvPr id="24" name="Google Shape;24;p4"/>
          <p:cNvPicPr preferRelativeResize="0"/>
          <p:nvPr/>
        </p:nvPicPr>
        <p:blipFill rotWithShape="1">
          <a:blip r:embed="rId2">
            <a:alphaModFix/>
          </a:blip>
          <a:srcRect/>
          <a:stretch/>
        </p:blipFill>
        <p:spPr>
          <a:xfrm>
            <a:off x="2815945" y="4661601"/>
            <a:ext cx="542861" cy="542861"/>
          </a:xfrm>
          <a:prstGeom prst="rect">
            <a:avLst/>
          </a:prstGeom>
          <a:noFill/>
          <a:ln>
            <a:noFill/>
          </a:ln>
        </p:spPr>
      </p:pic>
      <p:pic>
        <p:nvPicPr>
          <p:cNvPr id="25" name="Google Shape;25;p4"/>
          <p:cNvPicPr preferRelativeResize="0"/>
          <p:nvPr/>
        </p:nvPicPr>
        <p:blipFill rotWithShape="1">
          <a:blip r:embed="rId3">
            <a:alphaModFix/>
          </a:blip>
          <a:srcRect/>
          <a:stretch/>
        </p:blipFill>
        <p:spPr>
          <a:xfrm>
            <a:off x="1736651" y="4676680"/>
            <a:ext cx="615243" cy="512702"/>
          </a:xfrm>
          <a:prstGeom prst="rect">
            <a:avLst/>
          </a:prstGeom>
          <a:noFill/>
          <a:ln>
            <a:noFill/>
          </a:ln>
        </p:spPr>
      </p:pic>
      <p:pic>
        <p:nvPicPr>
          <p:cNvPr id="26" name="Google Shape;26;p4"/>
          <p:cNvPicPr preferRelativeResize="0"/>
          <p:nvPr/>
        </p:nvPicPr>
        <p:blipFill rotWithShape="1">
          <a:blip r:embed="rId4">
            <a:alphaModFix/>
          </a:blip>
          <a:srcRect/>
          <a:stretch/>
        </p:blipFill>
        <p:spPr>
          <a:xfrm>
            <a:off x="3822857" y="4688744"/>
            <a:ext cx="566989" cy="488575"/>
          </a:xfrm>
          <a:prstGeom prst="rect">
            <a:avLst/>
          </a:prstGeom>
          <a:noFill/>
          <a:ln>
            <a:noFill/>
          </a:ln>
        </p:spPr>
      </p:pic>
      <p:pic>
        <p:nvPicPr>
          <p:cNvPr id="27" name="Google Shape;27;p4"/>
          <p:cNvPicPr preferRelativeResize="0"/>
          <p:nvPr/>
        </p:nvPicPr>
        <p:blipFill rotWithShape="1">
          <a:blip r:embed="rId5">
            <a:alphaModFix/>
          </a:blip>
          <a:srcRect/>
          <a:stretch/>
        </p:blipFill>
        <p:spPr>
          <a:xfrm>
            <a:off x="703132" y="4648297"/>
            <a:ext cx="569468" cy="569468"/>
          </a:xfrm>
          <a:prstGeom prst="rect">
            <a:avLst/>
          </a:prstGeom>
          <a:noFill/>
          <a:ln>
            <a:noFill/>
          </a:ln>
        </p:spPr>
      </p:pic>
      <p:pic>
        <p:nvPicPr>
          <p:cNvPr id="28" name="Google Shape;28;p4"/>
          <p:cNvPicPr preferRelativeResize="0"/>
          <p:nvPr/>
        </p:nvPicPr>
        <p:blipFill rotWithShape="1">
          <a:blip r:embed="rId6">
            <a:alphaModFix/>
          </a:blip>
          <a:srcRect/>
          <a:stretch/>
        </p:blipFill>
        <p:spPr>
          <a:xfrm>
            <a:off x="5907277" y="4724419"/>
            <a:ext cx="479809" cy="417225"/>
          </a:xfrm>
          <a:prstGeom prst="rect">
            <a:avLst/>
          </a:prstGeom>
          <a:noFill/>
          <a:ln>
            <a:noFill/>
          </a:ln>
        </p:spPr>
      </p:pic>
      <p:pic>
        <p:nvPicPr>
          <p:cNvPr id="29" name="Google Shape;29;p4"/>
          <p:cNvPicPr preferRelativeResize="0"/>
          <p:nvPr/>
        </p:nvPicPr>
        <p:blipFill rotWithShape="1">
          <a:blip r:embed="rId7">
            <a:alphaModFix/>
          </a:blip>
          <a:srcRect/>
          <a:stretch/>
        </p:blipFill>
        <p:spPr>
          <a:xfrm>
            <a:off x="6851138" y="4672266"/>
            <a:ext cx="542391" cy="521530"/>
          </a:xfrm>
          <a:prstGeom prst="rect">
            <a:avLst/>
          </a:prstGeom>
          <a:noFill/>
          <a:ln>
            <a:noFill/>
          </a:ln>
        </p:spPr>
      </p:pic>
      <p:pic>
        <p:nvPicPr>
          <p:cNvPr id="30" name="Google Shape;30;p4"/>
          <p:cNvPicPr preferRelativeResize="0"/>
          <p:nvPr/>
        </p:nvPicPr>
        <p:blipFill rotWithShape="1">
          <a:blip r:embed="rId8">
            <a:alphaModFix/>
          </a:blip>
          <a:srcRect/>
          <a:stretch/>
        </p:blipFill>
        <p:spPr>
          <a:xfrm>
            <a:off x="1789515" y="5760513"/>
            <a:ext cx="448516" cy="500669"/>
          </a:xfrm>
          <a:prstGeom prst="rect">
            <a:avLst/>
          </a:prstGeom>
          <a:noFill/>
          <a:ln>
            <a:noFill/>
          </a:ln>
        </p:spPr>
      </p:pic>
      <p:pic>
        <p:nvPicPr>
          <p:cNvPr id="31" name="Google Shape;31;p4"/>
          <p:cNvPicPr preferRelativeResize="0"/>
          <p:nvPr/>
        </p:nvPicPr>
        <p:blipFill rotWithShape="1">
          <a:blip r:embed="rId9">
            <a:alphaModFix/>
          </a:blip>
          <a:srcRect/>
          <a:stretch/>
        </p:blipFill>
        <p:spPr>
          <a:xfrm>
            <a:off x="703132" y="5791804"/>
            <a:ext cx="542393" cy="438086"/>
          </a:xfrm>
          <a:prstGeom prst="rect">
            <a:avLst/>
          </a:prstGeom>
          <a:noFill/>
          <a:ln>
            <a:noFill/>
          </a:ln>
        </p:spPr>
      </p:pic>
      <p:pic>
        <p:nvPicPr>
          <p:cNvPr id="32" name="Google Shape;32;p4"/>
          <p:cNvPicPr preferRelativeResize="0"/>
          <p:nvPr/>
        </p:nvPicPr>
        <p:blipFill rotWithShape="1">
          <a:blip r:embed="rId10">
            <a:alphaModFix/>
          </a:blip>
          <a:srcRect/>
          <a:stretch/>
        </p:blipFill>
        <p:spPr>
          <a:xfrm>
            <a:off x="2782021" y="5731828"/>
            <a:ext cx="443301" cy="558038"/>
          </a:xfrm>
          <a:prstGeom prst="rect">
            <a:avLst/>
          </a:prstGeom>
          <a:noFill/>
          <a:ln>
            <a:noFill/>
          </a:ln>
        </p:spPr>
      </p:pic>
      <p:pic>
        <p:nvPicPr>
          <p:cNvPr id="33" name="Google Shape;33;p4"/>
          <p:cNvPicPr preferRelativeResize="0"/>
          <p:nvPr/>
        </p:nvPicPr>
        <p:blipFill rotWithShape="1">
          <a:blip r:embed="rId11">
            <a:alphaModFix/>
          </a:blip>
          <a:srcRect/>
          <a:stretch/>
        </p:blipFill>
        <p:spPr>
          <a:xfrm>
            <a:off x="4853897" y="4745280"/>
            <a:ext cx="589329" cy="375502"/>
          </a:xfrm>
          <a:prstGeom prst="rect">
            <a:avLst/>
          </a:prstGeom>
          <a:noFill/>
          <a:ln>
            <a:noFill/>
          </a:ln>
        </p:spPr>
      </p:pic>
      <p:pic>
        <p:nvPicPr>
          <p:cNvPr id="34" name="Google Shape;34;p4"/>
          <p:cNvPicPr preferRelativeResize="0"/>
          <p:nvPr/>
        </p:nvPicPr>
        <p:blipFill rotWithShape="1">
          <a:blip r:embed="rId12">
            <a:alphaModFix/>
          </a:blip>
          <a:srcRect/>
          <a:stretch/>
        </p:blipFill>
        <p:spPr>
          <a:xfrm>
            <a:off x="3769312" y="5770943"/>
            <a:ext cx="500669" cy="479808"/>
          </a:xfrm>
          <a:prstGeom prst="rect">
            <a:avLst/>
          </a:prstGeom>
          <a:noFill/>
          <a:ln>
            <a:noFill/>
          </a:ln>
        </p:spPr>
      </p:pic>
      <p:pic>
        <p:nvPicPr>
          <p:cNvPr id="35" name="Google Shape;35;p4"/>
          <p:cNvPicPr preferRelativeResize="0"/>
          <p:nvPr/>
        </p:nvPicPr>
        <p:blipFill rotWithShape="1">
          <a:blip r:embed="rId13">
            <a:alphaModFix/>
          </a:blip>
          <a:srcRect/>
          <a:stretch/>
        </p:blipFill>
        <p:spPr>
          <a:xfrm>
            <a:off x="7937519" y="5768335"/>
            <a:ext cx="542393" cy="485024"/>
          </a:xfrm>
          <a:prstGeom prst="rect">
            <a:avLst/>
          </a:prstGeom>
          <a:noFill/>
          <a:ln>
            <a:noFill/>
          </a:ln>
        </p:spPr>
      </p:pic>
      <p:pic>
        <p:nvPicPr>
          <p:cNvPr id="36" name="Google Shape;36;p4"/>
          <p:cNvPicPr preferRelativeResize="0"/>
          <p:nvPr/>
        </p:nvPicPr>
        <p:blipFill rotWithShape="1">
          <a:blip r:embed="rId14">
            <a:alphaModFix/>
          </a:blip>
          <a:srcRect/>
          <a:stretch/>
        </p:blipFill>
        <p:spPr>
          <a:xfrm>
            <a:off x="10068560" y="5734436"/>
            <a:ext cx="417225" cy="552823"/>
          </a:xfrm>
          <a:prstGeom prst="rect">
            <a:avLst/>
          </a:prstGeom>
          <a:noFill/>
          <a:ln>
            <a:noFill/>
          </a:ln>
        </p:spPr>
      </p:pic>
      <p:pic>
        <p:nvPicPr>
          <p:cNvPr id="37" name="Google Shape;37;p4"/>
          <p:cNvPicPr preferRelativeResize="0"/>
          <p:nvPr/>
        </p:nvPicPr>
        <p:blipFill rotWithShape="1">
          <a:blip r:embed="rId15">
            <a:alphaModFix/>
          </a:blip>
          <a:srcRect/>
          <a:stretch/>
        </p:blipFill>
        <p:spPr>
          <a:xfrm>
            <a:off x="4813971" y="5734436"/>
            <a:ext cx="521531" cy="552823"/>
          </a:xfrm>
          <a:prstGeom prst="rect">
            <a:avLst/>
          </a:prstGeom>
          <a:noFill/>
          <a:ln>
            <a:noFill/>
          </a:ln>
        </p:spPr>
      </p:pic>
      <p:pic>
        <p:nvPicPr>
          <p:cNvPr id="38" name="Google Shape;38;p4"/>
          <p:cNvPicPr preferRelativeResize="0"/>
          <p:nvPr/>
        </p:nvPicPr>
        <p:blipFill rotWithShape="1">
          <a:blip r:embed="rId16">
            <a:alphaModFix/>
          </a:blip>
          <a:srcRect/>
          <a:stretch/>
        </p:blipFill>
        <p:spPr>
          <a:xfrm>
            <a:off x="5879492" y="5823096"/>
            <a:ext cx="521531" cy="375502"/>
          </a:xfrm>
          <a:prstGeom prst="rect">
            <a:avLst/>
          </a:prstGeom>
          <a:noFill/>
          <a:ln>
            <a:noFill/>
          </a:ln>
        </p:spPr>
      </p:pic>
      <p:pic>
        <p:nvPicPr>
          <p:cNvPr id="39" name="Google Shape;39;p4"/>
          <p:cNvPicPr preferRelativeResize="0"/>
          <p:nvPr/>
        </p:nvPicPr>
        <p:blipFill rotWithShape="1">
          <a:blip r:embed="rId17">
            <a:alphaModFix/>
          </a:blip>
          <a:srcRect/>
          <a:stretch/>
        </p:blipFill>
        <p:spPr>
          <a:xfrm>
            <a:off x="6945013" y="5760513"/>
            <a:ext cx="448516" cy="500669"/>
          </a:xfrm>
          <a:prstGeom prst="rect">
            <a:avLst/>
          </a:prstGeom>
          <a:noFill/>
          <a:ln>
            <a:noFill/>
          </a:ln>
        </p:spPr>
      </p:pic>
      <p:pic>
        <p:nvPicPr>
          <p:cNvPr id="40" name="Google Shape;40;p4"/>
          <p:cNvPicPr preferRelativeResize="0"/>
          <p:nvPr/>
        </p:nvPicPr>
        <p:blipFill rotWithShape="1">
          <a:blip r:embed="rId18">
            <a:alphaModFix/>
          </a:blip>
          <a:srcRect/>
          <a:stretch/>
        </p:blipFill>
        <p:spPr>
          <a:xfrm>
            <a:off x="9023902" y="5823096"/>
            <a:ext cx="500670" cy="375502"/>
          </a:xfrm>
          <a:prstGeom prst="rect">
            <a:avLst/>
          </a:prstGeom>
          <a:noFill/>
          <a:ln>
            <a:noFill/>
          </a:ln>
        </p:spPr>
      </p:pic>
      <p:cxnSp>
        <p:nvCxnSpPr>
          <p:cNvPr id="42" name="Google Shape;42;p4"/>
          <p:cNvCxnSpPr/>
          <p:nvPr/>
        </p:nvCxnSpPr>
        <p:spPr>
          <a:xfrm rot="10800000">
            <a:off x="8330959" y="4008910"/>
            <a:ext cx="3122762" cy="0"/>
          </a:xfrm>
          <a:prstGeom prst="straightConnector1">
            <a:avLst/>
          </a:prstGeom>
          <a:noFill/>
          <a:ln w="9525" cap="rnd" cmpd="sng">
            <a:solidFill>
              <a:schemeClr val="lt1"/>
            </a:solidFill>
            <a:prstDash val="dot"/>
            <a:round/>
            <a:headEnd type="oval" w="med" len="med"/>
            <a:tailEnd type="oval"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2_Пустой слайд">
  <p:cSld name="12_Пустой слайд">
    <p:bg>
      <p:bgPr>
        <a:solidFill>
          <a:srgbClr val="F2F2F2"/>
        </a:solidFill>
        <a:effectLst/>
      </p:bgPr>
    </p:bg>
    <p:spTree>
      <p:nvGrpSpPr>
        <p:cNvPr id="1" name="Shape 62"/>
        <p:cNvGrpSpPr/>
        <p:nvPr/>
      </p:nvGrpSpPr>
      <p:grpSpPr>
        <a:xfrm>
          <a:off x="0" y="0"/>
          <a:ext cx="0" cy="0"/>
          <a:chOff x="0" y="0"/>
          <a:chExt cx="0" cy="0"/>
        </a:xfrm>
      </p:grpSpPr>
      <p:sp>
        <p:nvSpPr>
          <p:cNvPr id="63" name="Google Shape;63;p5"/>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 name="Google Shape;64;p5"/>
          <p:cNvSpPr txBox="1">
            <a:spLocks noGrp="1"/>
          </p:cNvSpPr>
          <p:nvPr>
            <p:ph type="title"/>
          </p:nvPr>
        </p:nvSpPr>
        <p:spPr>
          <a:xfrm>
            <a:off x="602226" y="503596"/>
            <a:ext cx="10515600" cy="52630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Play"/>
              <a:buNone/>
              <a:defRPr sz="28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5_Пустой слайд">
  <p:cSld name="15_Пустой слайд">
    <p:bg>
      <p:bgPr>
        <a:solidFill>
          <a:srgbClr val="F2F2F2"/>
        </a:solidFill>
        <a:effectLst/>
      </p:bgPr>
    </p:bg>
    <p:spTree>
      <p:nvGrpSpPr>
        <p:cNvPr id="1" name="Shape 65"/>
        <p:cNvGrpSpPr/>
        <p:nvPr/>
      </p:nvGrpSpPr>
      <p:grpSpPr>
        <a:xfrm>
          <a:off x="0" y="0"/>
          <a:ext cx="0" cy="0"/>
          <a:chOff x="0" y="0"/>
          <a:chExt cx="0" cy="0"/>
        </a:xfrm>
      </p:grpSpPr>
      <p:sp>
        <p:nvSpPr>
          <p:cNvPr id="66" name="Google Shape;66;p6"/>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 name="Google Shape;67;p6"/>
          <p:cNvSpPr txBox="1">
            <a:spLocks noGrp="1"/>
          </p:cNvSpPr>
          <p:nvPr>
            <p:ph type="title"/>
          </p:nvPr>
        </p:nvSpPr>
        <p:spPr>
          <a:xfrm>
            <a:off x="602226" y="503596"/>
            <a:ext cx="10515600" cy="113946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Play"/>
              <a:buNone/>
              <a:defRPr sz="28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8" name="Google Shape;68;p6"/>
          <p:cNvSpPr txBox="1">
            <a:spLocks noGrp="1"/>
          </p:cNvSpPr>
          <p:nvPr>
            <p:ph type="body" idx="1"/>
          </p:nvPr>
        </p:nvSpPr>
        <p:spPr>
          <a:xfrm>
            <a:off x="630238" y="1643063"/>
            <a:ext cx="10487588" cy="46307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228600" algn="l" rtl="0">
              <a:lnSpc>
                <a:spcPct val="130000"/>
              </a:lnSpc>
              <a:spcBef>
                <a:spcPts val="8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1371600" marR="0" lvl="2" indent="-228600" algn="l" rtl="0">
              <a:lnSpc>
                <a:spcPct val="130000"/>
              </a:lnSpc>
              <a:spcBef>
                <a:spcPts val="80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3pPr>
            <a:lvl4pPr marL="1828800" marR="0" lvl="3" indent="-228600" algn="l" rtl="0">
              <a:lnSpc>
                <a:spcPct val="130000"/>
              </a:lnSpc>
              <a:spcBef>
                <a:spcPts val="800"/>
              </a:spcBef>
              <a:spcAft>
                <a:spcPts val="0"/>
              </a:spcAft>
              <a:buClr>
                <a:schemeClr val="lt1"/>
              </a:buClr>
              <a:buSzPts val="1050"/>
              <a:buFont typeface="Arial"/>
              <a:buNone/>
              <a:defRPr sz="1050" b="0" i="0" u="none" strike="noStrike" cap="none">
                <a:solidFill>
                  <a:schemeClr val="lt1"/>
                </a:solidFill>
                <a:latin typeface="Arial"/>
                <a:ea typeface="Arial"/>
                <a:cs typeface="Arial"/>
                <a:sym typeface="Arial"/>
              </a:defRPr>
            </a:lvl4pPr>
            <a:lvl5pPr marL="2286000" marR="0" lvl="4" indent="-228600" algn="l" rtl="0">
              <a:lnSpc>
                <a:spcPct val="130000"/>
              </a:lnSpc>
              <a:spcBef>
                <a:spcPts val="800"/>
              </a:spcBef>
              <a:spcAft>
                <a:spcPts val="0"/>
              </a:spcAft>
              <a:buClr>
                <a:schemeClr val="lt1"/>
              </a:buClr>
              <a:buSzPts val="1050"/>
              <a:buFont typeface="Arial"/>
              <a:buNone/>
              <a:defRPr sz="1050" b="0" i="0" u="none" strike="noStrike" cap="none">
                <a:solidFill>
                  <a:schemeClr val="lt1"/>
                </a:solidFill>
                <a:latin typeface="Arial"/>
                <a:ea typeface="Arial"/>
                <a:cs typeface="Arial"/>
                <a:sym typeface="Arial"/>
              </a:defRPr>
            </a:lvl5pPr>
            <a:lvl6pPr marL="2743200" marR="0" lvl="5" indent="-342900" algn="l" rtl="0">
              <a:lnSpc>
                <a:spcPct val="90000"/>
              </a:lnSpc>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4_Пустой слайд">
  <p:cSld name="14_Пустой слайд">
    <p:bg>
      <p:bgPr>
        <a:solidFill>
          <a:srgbClr val="F2F2F2"/>
        </a:solidFill>
        <a:effectLst/>
      </p:bgPr>
    </p:bg>
    <p:spTree>
      <p:nvGrpSpPr>
        <p:cNvPr id="1" name="Shape 69"/>
        <p:cNvGrpSpPr/>
        <p:nvPr/>
      </p:nvGrpSpPr>
      <p:grpSpPr>
        <a:xfrm>
          <a:off x="0" y="0"/>
          <a:ext cx="0" cy="0"/>
          <a:chOff x="0" y="0"/>
          <a:chExt cx="0" cy="0"/>
        </a:xfrm>
      </p:grpSpPr>
      <p:sp>
        <p:nvSpPr>
          <p:cNvPr id="70" name="Google Shape;70;p7"/>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 name="Google Shape;71;p7"/>
          <p:cNvSpPr txBox="1">
            <a:spLocks noGrp="1"/>
          </p:cNvSpPr>
          <p:nvPr>
            <p:ph type="body" idx="1"/>
          </p:nvPr>
        </p:nvSpPr>
        <p:spPr>
          <a:xfrm>
            <a:off x="630238" y="1643063"/>
            <a:ext cx="6327024" cy="46307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228600" algn="l" rtl="0">
              <a:lnSpc>
                <a:spcPct val="130000"/>
              </a:lnSpc>
              <a:spcBef>
                <a:spcPts val="8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1371600" marR="0" lvl="2" indent="-228600" algn="l" rtl="0">
              <a:lnSpc>
                <a:spcPct val="130000"/>
              </a:lnSpc>
              <a:spcBef>
                <a:spcPts val="80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3pPr>
            <a:lvl4pPr marL="1828800" marR="0" lvl="3" indent="-228600" algn="l" rtl="0">
              <a:lnSpc>
                <a:spcPct val="130000"/>
              </a:lnSpc>
              <a:spcBef>
                <a:spcPts val="800"/>
              </a:spcBef>
              <a:spcAft>
                <a:spcPts val="0"/>
              </a:spcAft>
              <a:buClr>
                <a:schemeClr val="lt1"/>
              </a:buClr>
              <a:buSzPts val="1050"/>
              <a:buFont typeface="Arial"/>
              <a:buNone/>
              <a:defRPr sz="1050" b="0" i="0" u="none" strike="noStrike" cap="none">
                <a:solidFill>
                  <a:schemeClr val="lt1"/>
                </a:solidFill>
                <a:latin typeface="Arial"/>
                <a:ea typeface="Arial"/>
                <a:cs typeface="Arial"/>
                <a:sym typeface="Arial"/>
              </a:defRPr>
            </a:lvl4pPr>
            <a:lvl5pPr marL="2286000" marR="0" lvl="4" indent="-228600" algn="l" rtl="0">
              <a:lnSpc>
                <a:spcPct val="130000"/>
              </a:lnSpc>
              <a:spcBef>
                <a:spcPts val="800"/>
              </a:spcBef>
              <a:spcAft>
                <a:spcPts val="0"/>
              </a:spcAft>
              <a:buClr>
                <a:schemeClr val="lt1"/>
              </a:buClr>
              <a:buSzPts val="1050"/>
              <a:buFont typeface="Arial"/>
              <a:buNone/>
              <a:defRPr sz="1050" b="0" i="0" u="none" strike="noStrike" cap="none">
                <a:solidFill>
                  <a:schemeClr val="lt1"/>
                </a:solidFill>
                <a:latin typeface="Arial"/>
                <a:ea typeface="Arial"/>
                <a:cs typeface="Arial"/>
                <a:sym typeface="Arial"/>
              </a:defRPr>
            </a:lvl5pPr>
            <a:lvl6pPr marL="2743200" marR="0" lvl="5" indent="-342900" algn="l" rtl="0">
              <a:lnSpc>
                <a:spcPct val="90000"/>
              </a:lnSpc>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2" name="Google Shape;72;p7"/>
          <p:cNvSpPr txBox="1">
            <a:spLocks noGrp="1"/>
          </p:cNvSpPr>
          <p:nvPr>
            <p:ph type="body" idx="2"/>
          </p:nvPr>
        </p:nvSpPr>
        <p:spPr>
          <a:xfrm>
            <a:off x="8102600" y="1860370"/>
            <a:ext cx="2882900" cy="4021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228600" algn="l" rtl="0">
              <a:lnSpc>
                <a:spcPct val="130000"/>
              </a:lnSpc>
              <a:spcBef>
                <a:spcPts val="8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30000"/>
              </a:lnSpc>
              <a:spcBef>
                <a:spcPts val="8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228600" algn="l" rtl="0">
              <a:lnSpc>
                <a:spcPct val="130000"/>
              </a:lnSpc>
              <a:spcBef>
                <a:spcPts val="8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130000"/>
              </a:lnSpc>
              <a:spcBef>
                <a:spcPts val="8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3" name="Google Shape;73;p7"/>
          <p:cNvSpPr txBox="1">
            <a:spLocks noGrp="1"/>
          </p:cNvSpPr>
          <p:nvPr>
            <p:ph type="title"/>
          </p:nvPr>
        </p:nvSpPr>
        <p:spPr>
          <a:xfrm>
            <a:off x="602226" y="503596"/>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Play"/>
              <a:buNone/>
              <a:defRPr sz="28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Пользовательский макет">
  <p:cSld name="1_Пользовательский макет">
    <p:spTree>
      <p:nvGrpSpPr>
        <p:cNvPr id="1" name="Shape 74"/>
        <p:cNvGrpSpPr/>
        <p:nvPr/>
      </p:nvGrpSpPr>
      <p:grpSpPr>
        <a:xfrm>
          <a:off x="0" y="0"/>
          <a:ext cx="0" cy="0"/>
          <a:chOff x="0" y="0"/>
          <a:chExt cx="0" cy="0"/>
        </a:xfrm>
      </p:grpSpPr>
      <p:sp>
        <p:nvSpPr>
          <p:cNvPr id="75" name="Google Shape;75;p8"/>
          <p:cNvSpPr/>
          <p:nvPr/>
        </p:nvSpPr>
        <p:spPr>
          <a:xfrm>
            <a:off x="0" y="1"/>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 name="Google Shape;76;p8"/>
          <p:cNvSpPr/>
          <p:nvPr/>
        </p:nvSpPr>
        <p:spPr>
          <a:xfrm>
            <a:off x="1801368" y="676657"/>
            <a:ext cx="2715767" cy="5495543"/>
          </a:xfrm>
          <a:prstGeom prst="roundRect">
            <a:avLst>
              <a:gd name="adj" fmla="val 13637"/>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 name="Google Shape;78;p8"/>
          <p:cNvSpPr txBox="1"/>
          <p:nvPr/>
        </p:nvSpPr>
        <p:spPr>
          <a:xfrm>
            <a:off x="6546766" y="676657"/>
            <a:ext cx="3960813" cy="161257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3000"/>
              <a:buFont typeface="Play"/>
              <a:buNone/>
            </a:pPr>
            <a:r>
              <a:rPr lang="en-US" sz="3000" b="0" i="0">
                <a:solidFill>
                  <a:schemeClr val="lt1"/>
                </a:solidFill>
                <a:latin typeface="Play"/>
                <a:ea typeface="Play"/>
                <a:cs typeface="Play"/>
                <a:sym typeface="Play"/>
              </a:rPr>
              <a:t>Lorem ipsum dolor sit amet consectetur adipiscing elit</a:t>
            </a:r>
            <a:br>
              <a:rPr lang="en-US" sz="3000" b="0" i="0">
                <a:solidFill>
                  <a:schemeClr val="lt1"/>
                </a:solidFill>
                <a:latin typeface="Play"/>
                <a:ea typeface="Play"/>
                <a:cs typeface="Play"/>
                <a:sym typeface="Play"/>
              </a:rPr>
            </a:br>
            <a:endParaRPr sz="3000" b="0" i="0">
              <a:solidFill>
                <a:schemeClr val="lt1"/>
              </a:solidFill>
              <a:latin typeface="Play"/>
              <a:ea typeface="Play"/>
              <a:cs typeface="Play"/>
              <a:sym typeface="Play"/>
            </a:endParaRPr>
          </a:p>
        </p:txBody>
      </p:sp>
      <p:sp>
        <p:nvSpPr>
          <p:cNvPr id="79" name="Google Shape;79;p8"/>
          <p:cNvSpPr txBox="1"/>
          <p:nvPr/>
        </p:nvSpPr>
        <p:spPr>
          <a:xfrm>
            <a:off x="6546766" y="2482596"/>
            <a:ext cx="3960813" cy="36490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400"/>
              <a:buFont typeface="Arial"/>
              <a:buNone/>
            </a:pPr>
            <a:r>
              <a:rPr lang="en-US" sz="1400" b="0" i="0">
                <a:solidFill>
                  <a:schemeClr val="lt1"/>
                </a:solidFill>
                <a:latin typeface="Arial"/>
                <a:ea typeface="Arial"/>
                <a:cs typeface="Arial"/>
                <a:sym typeface="Arial"/>
              </a:rPr>
              <a:t>Ut enim ad minim veniam, quis nostrud exercitation nisi ut aliquip ex ea commodo consequat. Duis aute irure dolor in reprehenderit in voluptate velit esse cillum dolore eu fugiat nulla pariatur. 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228600" marR="0" lvl="0" indent="-13970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p:txBody>
      </p:sp>
      <p:pic>
        <p:nvPicPr>
          <p:cNvPr id="77" name="Google Shape;77;p8"/>
          <p:cNvPicPr preferRelativeResize="0"/>
          <p:nvPr/>
        </p:nvPicPr>
        <p:blipFill rotWithShape="1">
          <a:blip r:embed="rId2">
            <a:alphaModFix/>
          </a:blip>
          <a:srcRect/>
          <a:stretch/>
        </p:blipFill>
        <p:spPr>
          <a:xfrm>
            <a:off x="1649251" y="530677"/>
            <a:ext cx="2991442" cy="579664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Пользовательский макет">
  <p:cSld name="2_Пользовательский макет">
    <p:spTree>
      <p:nvGrpSpPr>
        <p:cNvPr id="1" name="Shape 80"/>
        <p:cNvGrpSpPr/>
        <p:nvPr/>
      </p:nvGrpSpPr>
      <p:grpSpPr>
        <a:xfrm>
          <a:off x="0" y="0"/>
          <a:ext cx="0" cy="0"/>
          <a:chOff x="0" y="0"/>
          <a:chExt cx="0" cy="0"/>
        </a:xfrm>
      </p:grpSpPr>
      <p:sp>
        <p:nvSpPr>
          <p:cNvPr id="81" name="Google Shape;81;p9"/>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 name="Google Shape;82;p9"/>
          <p:cNvSpPr/>
          <p:nvPr/>
        </p:nvSpPr>
        <p:spPr>
          <a:xfrm>
            <a:off x="6016752" y="676657"/>
            <a:ext cx="2715767" cy="5495543"/>
          </a:xfrm>
          <a:prstGeom prst="roundRect">
            <a:avLst>
              <a:gd name="adj" fmla="val 13637"/>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 name="Google Shape;84;p9"/>
          <p:cNvSpPr/>
          <p:nvPr/>
        </p:nvSpPr>
        <p:spPr>
          <a:xfrm>
            <a:off x="695330" y="741785"/>
            <a:ext cx="3960808" cy="1130557"/>
          </a:xfrm>
          <a:prstGeom prst="roundRect">
            <a:avLst>
              <a:gd name="adj" fmla="val 5625"/>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Play"/>
              <a:ea typeface="Play"/>
              <a:cs typeface="Play"/>
              <a:sym typeface="Play"/>
            </a:endParaRPr>
          </a:p>
        </p:txBody>
      </p:sp>
      <p:sp>
        <p:nvSpPr>
          <p:cNvPr id="85" name="Google Shape;85;p9"/>
          <p:cNvSpPr/>
          <p:nvPr/>
        </p:nvSpPr>
        <p:spPr>
          <a:xfrm>
            <a:off x="695329" y="2016625"/>
            <a:ext cx="3960809" cy="1130557"/>
          </a:xfrm>
          <a:prstGeom prst="roundRect">
            <a:avLst>
              <a:gd name="adj" fmla="val 5625"/>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Play"/>
              <a:ea typeface="Play"/>
              <a:cs typeface="Play"/>
              <a:sym typeface="Play"/>
            </a:endParaRPr>
          </a:p>
        </p:txBody>
      </p:sp>
      <p:sp>
        <p:nvSpPr>
          <p:cNvPr id="86" name="Google Shape;86;p9"/>
          <p:cNvSpPr/>
          <p:nvPr/>
        </p:nvSpPr>
        <p:spPr>
          <a:xfrm>
            <a:off x="695328" y="3291465"/>
            <a:ext cx="3960810" cy="1130557"/>
          </a:xfrm>
          <a:prstGeom prst="roundRect">
            <a:avLst>
              <a:gd name="adj" fmla="val 5625"/>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Play"/>
              <a:ea typeface="Play"/>
              <a:cs typeface="Play"/>
              <a:sym typeface="Play"/>
            </a:endParaRPr>
          </a:p>
        </p:txBody>
      </p:sp>
      <p:sp>
        <p:nvSpPr>
          <p:cNvPr id="87" name="Google Shape;87;p9"/>
          <p:cNvSpPr/>
          <p:nvPr/>
        </p:nvSpPr>
        <p:spPr>
          <a:xfrm>
            <a:off x="695327" y="4566305"/>
            <a:ext cx="3960811" cy="1130557"/>
          </a:xfrm>
          <a:prstGeom prst="roundRect">
            <a:avLst>
              <a:gd name="adj" fmla="val 5625"/>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Play"/>
              <a:ea typeface="Play"/>
              <a:cs typeface="Play"/>
              <a:sym typeface="Play"/>
            </a:endParaRPr>
          </a:p>
        </p:txBody>
      </p:sp>
      <p:sp>
        <p:nvSpPr>
          <p:cNvPr id="88" name="Google Shape;88;p9"/>
          <p:cNvSpPr/>
          <p:nvPr/>
        </p:nvSpPr>
        <p:spPr>
          <a:xfrm>
            <a:off x="1774825" y="4765497"/>
            <a:ext cx="2737213" cy="64633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a:t>
            </a:r>
            <a:endParaRPr/>
          </a:p>
        </p:txBody>
      </p:sp>
      <p:sp>
        <p:nvSpPr>
          <p:cNvPr id="89" name="Google Shape;89;p9"/>
          <p:cNvSpPr/>
          <p:nvPr/>
        </p:nvSpPr>
        <p:spPr>
          <a:xfrm>
            <a:off x="1774825" y="3533578"/>
            <a:ext cx="2737213" cy="64633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a:t>
            </a:r>
            <a:endParaRPr/>
          </a:p>
        </p:txBody>
      </p:sp>
      <p:sp>
        <p:nvSpPr>
          <p:cNvPr id="90" name="Google Shape;90;p9"/>
          <p:cNvSpPr/>
          <p:nvPr/>
        </p:nvSpPr>
        <p:spPr>
          <a:xfrm>
            <a:off x="1774825" y="2257220"/>
            <a:ext cx="2737213" cy="64633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a:t>
            </a:r>
            <a:endParaRPr/>
          </a:p>
        </p:txBody>
      </p:sp>
      <p:sp>
        <p:nvSpPr>
          <p:cNvPr id="91" name="Google Shape;91;p9"/>
          <p:cNvSpPr/>
          <p:nvPr/>
        </p:nvSpPr>
        <p:spPr>
          <a:xfrm>
            <a:off x="1774825" y="947533"/>
            <a:ext cx="2737213" cy="64633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a:t>
            </a:r>
            <a:endParaRPr/>
          </a:p>
        </p:txBody>
      </p:sp>
      <p:pic>
        <p:nvPicPr>
          <p:cNvPr id="83" name="Google Shape;83;p9"/>
          <p:cNvPicPr preferRelativeResize="0"/>
          <p:nvPr/>
        </p:nvPicPr>
        <p:blipFill rotWithShape="1">
          <a:blip r:embed="rId2">
            <a:alphaModFix/>
          </a:blip>
          <a:srcRect/>
          <a:stretch/>
        </p:blipFill>
        <p:spPr>
          <a:xfrm>
            <a:off x="5864635" y="530677"/>
            <a:ext cx="2991442" cy="5796646"/>
          </a:xfrm>
          <a:prstGeom prst="rect">
            <a:avLst/>
          </a:prstGeom>
          <a:noFill/>
          <a:ln>
            <a:noFill/>
          </a:ln>
        </p:spPr>
      </p:pic>
      <p:pic>
        <p:nvPicPr>
          <p:cNvPr id="92" name="Google Shape;92;p9"/>
          <p:cNvPicPr preferRelativeResize="0"/>
          <p:nvPr/>
        </p:nvPicPr>
        <p:blipFill rotWithShape="1">
          <a:blip r:embed="rId3">
            <a:alphaModFix/>
          </a:blip>
          <a:srcRect/>
          <a:stretch/>
        </p:blipFill>
        <p:spPr>
          <a:xfrm>
            <a:off x="1094824" y="3705225"/>
            <a:ext cx="368420" cy="368420"/>
          </a:xfrm>
          <a:prstGeom prst="rect">
            <a:avLst/>
          </a:prstGeom>
          <a:noFill/>
          <a:ln>
            <a:noFill/>
          </a:ln>
        </p:spPr>
      </p:pic>
      <p:pic>
        <p:nvPicPr>
          <p:cNvPr id="93" name="Google Shape;93;p9"/>
          <p:cNvPicPr preferRelativeResize="0"/>
          <p:nvPr/>
        </p:nvPicPr>
        <p:blipFill rotWithShape="1">
          <a:blip r:embed="rId4">
            <a:alphaModFix/>
          </a:blip>
          <a:srcRect/>
          <a:stretch/>
        </p:blipFill>
        <p:spPr>
          <a:xfrm>
            <a:off x="1044900" y="2409824"/>
            <a:ext cx="468268" cy="390223"/>
          </a:xfrm>
          <a:prstGeom prst="rect">
            <a:avLst/>
          </a:prstGeom>
          <a:noFill/>
          <a:ln>
            <a:noFill/>
          </a:ln>
        </p:spPr>
      </p:pic>
      <p:pic>
        <p:nvPicPr>
          <p:cNvPr id="94" name="Google Shape;94;p9"/>
          <p:cNvPicPr preferRelativeResize="0"/>
          <p:nvPr/>
        </p:nvPicPr>
        <p:blipFill rotWithShape="1">
          <a:blip r:embed="rId5">
            <a:alphaModFix/>
          </a:blip>
          <a:srcRect/>
          <a:stretch/>
        </p:blipFill>
        <p:spPr>
          <a:xfrm>
            <a:off x="1071930" y="4914128"/>
            <a:ext cx="414209" cy="356924"/>
          </a:xfrm>
          <a:prstGeom prst="rect">
            <a:avLst/>
          </a:prstGeom>
          <a:noFill/>
          <a:ln>
            <a:noFill/>
          </a:ln>
        </p:spPr>
      </p:pic>
      <p:pic>
        <p:nvPicPr>
          <p:cNvPr id="95" name="Google Shape;95;p9"/>
          <p:cNvPicPr preferRelativeResize="0"/>
          <p:nvPr/>
        </p:nvPicPr>
        <p:blipFill rotWithShape="1">
          <a:blip r:embed="rId6">
            <a:alphaModFix/>
          </a:blip>
          <a:srcRect/>
          <a:stretch/>
        </p:blipFill>
        <p:spPr>
          <a:xfrm>
            <a:off x="1077427" y="1143000"/>
            <a:ext cx="403214" cy="40321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Пользовательский макет">
  <p:cSld name="3_Пользовательский макет">
    <p:spTree>
      <p:nvGrpSpPr>
        <p:cNvPr id="1" name="Shape 96"/>
        <p:cNvGrpSpPr/>
        <p:nvPr/>
      </p:nvGrpSpPr>
      <p:grpSpPr>
        <a:xfrm>
          <a:off x="0" y="0"/>
          <a:ext cx="0" cy="0"/>
          <a:chOff x="0" y="0"/>
          <a:chExt cx="0" cy="0"/>
        </a:xfrm>
      </p:grpSpPr>
      <p:sp>
        <p:nvSpPr>
          <p:cNvPr id="97" name="Google Shape;97;p10"/>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8" name="Google Shape;98;p10"/>
          <p:cNvPicPr preferRelativeResize="0"/>
          <p:nvPr/>
        </p:nvPicPr>
        <p:blipFill rotWithShape="1">
          <a:blip r:embed="rId2">
            <a:alphaModFix/>
          </a:blip>
          <a:srcRect/>
          <a:stretch/>
        </p:blipFill>
        <p:spPr>
          <a:xfrm>
            <a:off x="5303912" y="711770"/>
            <a:ext cx="4135483" cy="56445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Пользовательский макет">
  <p:cSld name="4_Пользовательский макет">
    <p:spTree>
      <p:nvGrpSpPr>
        <p:cNvPr id="1" name="Shape 99"/>
        <p:cNvGrpSpPr/>
        <p:nvPr/>
      </p:nvGrpSpPr>
      <p:grpSpPr>
        <a:xfrm>
          <a:off x="0" y="0"/>
          <a:ext cx="0" cy="0"/>
          <a:chOff x="0" y="0"/>
          <a:chExt cx="0" cy="0"/>
        </a:xfrm>
      </p:grpSpPr>
      <p:sp>
        <p:nvSpPr>
          <p:cNvPr id="100" name="Google Shape;100;p11"/>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11"/>
          <p:cNvSpPr txBox="1"/>
          <p:nvPr/>
        </p:nvSpPr>
        <p:spPr>
          <a:xfrm>
            <a:off x="695325" y="710883"/>
            <a:ext cx="3960813" cy="161257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3000"/>
              <a:buFont typeface="Play"/>
              <a:buNone/>
            </a:pPr>
            <a:r>
              <a:rPr lang="en-US" sz="3000" b="0" i="0">
                <a:solidFill>
                  <a:schemeClr val="lt1"/>
                </a:solidFill>
                <a:latin typeface="Play"/>
                <a:ea typeface="Play"/>
                <a:cs typeface="Play"/>
                <a:sym typeface="Play"/>
              </a:rPr>
              <a:t>Lorem ipsum dolor sit amet consectetur adipiscing elit</a:t>
            </a:r>
            <a:br>
              <a:rPr lang="en-US" sz="3000" b="0" i="0">
                <a:solidFill>
                  <a:schemeClr val="lt1"/>
                </a:solidFill>
                <a:latin typeface="Play"/>
                <a:ea typeface="Play"/>
                <a:cs typeface="Play"/>
                <a:sym typeface="Play"/>
              </a:rPr>
            </a:br>
            <a:endParaRPr sz="3000" b="0" i="0">
              <a:solidFill>
                <a:schemeClr val="lt1"/>
              </a:solidFill>
              <a:latin typeface="Play"/>
              <a:ea typeface="Play"/>
              <a:cs typeface="Play"/>
              <a:sym typeface="Play"/>
            </a:endParaRPr>
          </a:p>
        </p:txBody>
      </p:sp>
      <p:sp>
        <p:nvSpPr>
          <p:cNvPr id="103" name="Google Shape;103;p11"/>
          <p:cNvSpPr txBox="1"/>
          <p:nvPr/>
        </p:nvSpPr>
        <p:spPr>
          <a:xfrm>
            <a:off x="695325" y="2516822"/>
            <a:ext cx="3960813" cy="36490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400"/>
              <a:buFont typeface="Arial"/>
              <a:buNone/>
            </a:pPr>
            <a:r>
              <a:rPr lang="en-US" sz="1400" b="0" i="0">
                <a:solidFill>
                  <a:schemeClr val="lt1"/>
                </a:solidFill>
                <a:latin typeface="Arial"/>
                <a:ea typeface="Arial"/>
                <a:cs typeface="Arial"/>
                <a:sym typeface="Arial"/>
              </a:rPr>
              <a:t>Ut enim ad minim veniam, quis nostrud exercitation nisi ut aliquip ex ea commodo consequat. Duis aute irure dolor in reprehenderit in voluptate velit esse cillum dolore eu fugiat nulla pariatur. 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228600" marR="0" lvl="0" indent="-13970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p:txBody>
      </p:sp>
      <p:pic>
        <p:nvPicPr>
          <p:cNvPr id="101" name="Google Shape;101;p11"/>
          <p:cNvPicPr preferRelativeResize="0"/>
          <p:nvPr/>
        </p:nvPicPr>
        <p:blipFill rotWithShape="1">
          <a:blip r:embed="rId2">
            <a:alphaModFix/>
          </a:blip>
          <a:srcRect/>
          <a:stretch/>
        </p:blipFill>
        <p:spPr>
          <a:xfrm>
            <a:off x="4954282" y="1226799"/>
            <a:ext cx="8126494" cy="462852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7_Пользовательский макет">
  <p:cSld name="7_Пользовательский макет">
    <p:spTree>
      <p:nvGrpSpPr>
        <p:cNvPr id="1" name="Shape 104"/>
        <p:cNvGrpSpPr/>
        <p:nvPr/>
      </p:nvGrpSpPr>
      <p:grpSpPr>
        <a:xfrm>
          <a:off x="0" y="0"/>
          <a:ext cx="0" cy="0"/>
          <a:chOff x="0" y="0"/>
          <a:chExt cx="0" cy="0"/>
        </a:xfrm>
      </p:grpSpPr>
      <p:sp>
        <p:nvSpPr>
          <p:cNvPr id="105" name="Google Shape;105;p12"/>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 name="Google Shape;106;p12"/>
          <p:cNvSpPr/>
          <p:nvPr/>
        </p:nvSpPr>
        <p:spPr>
          <a:xfrm>
            <a:off x="696118" y="1001363"/>
            <a:ext cx="2881313" cy="5482121"/>
          </a:xfrm>
          <a:prstGeom prst="roundRect">
            <a:avLst>
              <a:gd name="adj" fmla="val 5625"/>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Play"/>
              <a:ea typeface="Play"/>
              <a:cs typeface="Play"/>
              <a:sym typeface="Play"/>
            </a:endParaRPr>
          </a:p>
        </p:txBody>
      </p:sp>
      <p:sp>
        <p:nvSpPr>
          <p:cNvPr id="107" name="Google Shape;107;p12"/>
          <p:cNvSpPr/>
          <p:nvPr/>
        </p:nvSpPr>
        <p:spPr>
          <a:xfrm>
            <a:off x="8616155" y="1009784"/>
            <a:ext cx="2881313" cy="5482121"/>
          </a:xfrm>
          <a:prstGeom prst="roundRect">
            <a:avLst>
              <a:gd name="adj" fmla="val 5625"/>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Play"/>
              <a:ea typeface="Play"/>
              <a:cs typeface="Play"/>
              <a:sym typeface="Play"/>
            </a:endParaRPr>
          </a:p>
        </p:txBody>
      </p:sp>
      <p:sp>
        <p:nvSpPr>
          <p:cNvPr id="108" name="Google Shape;108;p12"/>
          <p:cNvSpPr/>
          <p:nvPr/>
        </p:nvSpPr>
        <p:spPr>
          <a:xfrm>
            <a:off x="4655343" y="1009784"/>
            <a:ext cx="2881313" cy="5482121"/>
          </a:xfrm>
          <a:prstGeom prst="roundRect">
            <a:avLst>
              <a:gd name="adj" fmla="val 5625"/>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Play"/>
              <a:ea typeface="Play"/>
              <a:cs typeface="Play"/>
              <a:sym typeface="Play"/>
            </a:endParaRPr>
          </a:p>
        </p:txBody>
      </p:sp>
      <p:sp>
        <p:nvSpPr>
          <p:cNvPr id="109" name="Google Shape;109;p12"/>
          <p:cNvSpPr/>
          <p:nvPr/>
        </p:nvSpPr>
        <p:spPr>
          <a:xfrm>
            <a:off x="1081028" y="1925351"/>
            <a:ext cx="2153289" cy="23698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 nibh euismod tincidunt ut . Lorem ipsum dolor sit amet, consectetuer adipiscing elit, sed diam nonummy nibh euismod tincidunt ut .</a:t>
            </a:r>
            <a:endParaRPr/>
          </a:p>
          <a:p>
            <a:pPr marL="0" marR="0" lvl="0" indent="0" algn="l" rtl="0">
              <a:spcBef>
                <a:spcPts val="0"/>
              </a:spcBef>
              <a:spcAft>
                <a:spcPts val="0"/>
              </a:spcAft>
              <a:buNone/>
            </a:pPr>
            <a:endParaRPr sz="1400">
              <a:solidFill>
                <a:schemeClr val="lt1"/>
              </a:solidFill>
              <a:latin typeface="Arial"/>
              <a:ea typeface="Arial"/>
              <a:cs typeface="Arial"/>
              <a:sym typeface="Arial"/>
            </a:endParaRPr>
          </a:p>
        </p:txBody>
      </p:sp>
      <p:sp>
        <p:nvSpPr>
          <p:cNvPr id="110" name="Google Shape;110;p12"/>
          <p:cNvSpPr/>
          <p:nvPr/>
        </p:nvSpPr>
        <p:spPr>
          <a:xfrm>
            <a:off x="1081028" y="1420459"/>
            <a:ext cx="2153289" cy="27699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lt1"/>
                </a:solidFill>
                <a:latin typeface="Play"/>
                <a:ea typeface="Play"/>
                <a:cs typeface="Play"/>
                <a:sym typeface="Play"/>
              </a:rPr>
              <a:t>Lorem ipsum dolor</a:t>
            </a:r>
            <a:endParaRPr/>
          </a:p>
        </p:txBody>
      </p:sp>
      <p:sp>
        <p:nvSpPr>
          <p:cNvPr id="111" name="Google Shape;111;p12"/>
          <p:cNvSpPr/>
          <p:nvPr/>
        </p:nvSpPr>
        <p:spPr>
          <a:xfrm>
            <a:off x="5020148" y="1925351"/>
            <a:ext cx="2153289" cy="23698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 nibh euismod tincidunt ut . Lorem ipsum dolor sit amet, consectetuer adipiscing elit, sed diam nonummy nibh euismod tincidunt ut .</a:t>
            </a:r>
            <a:endParaRPr/>
          </a:p>
          <a:p>
            <a:pPr marL="0" marR="0" lvl="0" indent="0" algn="l" rtl="0">
              <a:spcBef>
                <a:spcPts val="0"/>
              </a:spcBef>
              <a:spcAft>
                <a:spcPts val="0"/>
              </a:spcAft>
              <a:buNone/>
            </a:pPr>
            <a:endParaRPr sz="1400">
              <a:solidFill>
                <a:schemeClr val="lt1"/>
              </a:solidFill>
              <a:latin typeface="Arial"/>
              <a:ea typeface="Arial"/>
              <a:cs typeface="Arial"/>
              <a:sym typeface="Arial"/>
            </a:endParaRPr>
          </a:p>
        </p:txBody>
      </p:sp>
      <p:sp>
        <p:nvSpPr>
          <p:cNvPr id="112" name="Google Shape;112;p12"/>
          <p:cNvSpPr/>
          <p:nvPr/>
        </p:nvSpPr>
        <p:spPr>
          <a:xfrm>
            <a:off x="5020149" y="1420459"/>
            <a:ext cx="2153289" cy="27699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lt1"/>
                </a:solidFill>
                <a:latin typeface="Play"/>
                <a:ea typeface="Play"/>
                <a:cs typeface="Play"/>
                <a:sym typeface="Play"/>
              </a:rPr>
              <a:t>Lorem ipsum dolor</a:t>
            </a:r>
            <a:endParaRPr/>
          </a:p>
        </p:txBody>
      </p:sp>
      <p:sp>
        <p:nvSpPr>
          <p:cNvPr id="113" name="Google Shape;113;p12"/>
          <p:cNvSpPr/>
          <p:nvPr/>
        </p:nvSpPr>
        <p:spPr>
          <a:xfrm>
            <a:off x="8976517" y="1925351"/>
            <a:ext cx="2153289" cy="23698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 nibh euismod tincidunt ut . Lorem ipsum dolor sit amet, consectetuer adipiscing elit, sed diam nonummy nibh euismod tincidunt ut .</a:t>
            </a:r>
            <a:endParaRPr/>
          </a:p>
          <a:p>
            <a:pPr marL="0" marR="0" lvl="0" indent="0" algn="l" rtl="0">
              <a:spcBef>
                <a:spcPts val="0"/>
              </a:spcBef>
              <a:spcAft>
                <a:spcPts val="0"/>
              </a:spcAft>
              <a:buNone/>
            </a:pPr>
            <a:endParaRPr sz="1400">
              <a:solidFill>
                <a:schemeClr val="lt1"/>
              </a:solidFill>
              <a:latin typeface="Arial"/>
              <a:ea typeface="Arial"/>
              <a:cs typeface="Arial"/>
              <a:sym typeface="Arial"/>
            </a:endParaRPr>
          </a:p>
        </p:txBody>
      </p:sp>
      <p:sp>
        <p:nvSpPr>
          <p:cNvPr id="114" name="Google Shape;114;p12"/>
          <p:cNvSpPr/>
          <p:nvPr/>
        </p:nvSpPr>
        <p:spPr>
          <a:xfrm>
            <a:off x="8976518" y="1420459"/>
            <a:ext cx="2153289" cy="27699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lt1"/>
                </a:solidFill>
                <a:latin typeface="Play"/>
                <a:ea typeface="Play"/>
                <a:cs typeface="Play"/>
                <a:sym typeface="Play"/>
              </a:rPr>
              <a:t>Lorem ipsum dolor</a:t>
            </a:r>
            <a:endParaRPr/>
          </a:p>
        </p:txBody>
      </p:sp>
      <p:sp>
        <p:nvSpPr>
          <p:cNvPr id="118" name="Google Shape;118;p12"/>
          <p:cNvSpPr txBox="1">
            <a:spLocks noGrp="1"/>
          </p:cNvSpPr>
          <p:nvPr>
            <p:ph type="title"/>
          </p:nvPr>
        </p:nvSpPr>
        <p:spPr>
          <a:xfrm>
            <a:off x="695324" y="230154"/>
            <a:ext cx="10800558" cy="682053"/>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lt1"/>
              </a:buClr>
              <a:buSzPts val="4400"/>
              <a:buFont typeface="Play"/>
              <a:buNone/>
              <a:defRPr sz="44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15" name="Google Shape;115;p12"/>
          <p:cNvPicPr preferRelativeResize="0"/>
          <p:nvPr/>
        </p:nvPicPr>
        <p:blipFill rotWithShape="1">
          <a:blip r:embed="rId2">
            <a:alphaModFix/>
          </a:blip>
          <a:srcRect/>
          <a:stretch/>
        </p:blipFill>
        <p:spPr>
          <a:xfrm>
            <a:off x="1738472" y="4919922"/>
            <a:ext cx="554446" cy="554446"/>
          </a:xfrm>
          <a:prstGeom prst="rect">
            <a:avLst/>
          </a:prstGeom>
          <a:noFill/>
          <a:ln>
            <a:noFill/>
          </a:ln>
        </p:spPr>
      </p:pic>
      <p:pic>
        <p:nvPicPr>
          <p:cNvPr id="116" name="Google Shape;116;p12"/>
          <p:cNvPicPr preferRelativeResize="0"/>
          <p:nvPr/>
        </p:nvPicPr>
        <p:blipFill rotWithShape="1">
          <a:blip r:embed="rId3">
            <a:alphaModFix/>
          </a:blip>
          <a:srcRect/>
          <a:stretch/>
        </p:blipFill>
        <p:spPr>
          <a:xfrm>
            <a:off x="5796158" y="4915530"/>
            <a:ext cx="675877" cy="563231"/>
          </a:xfrm>
          <a:prstGeom prst="rect">
            <a:avLst/>
          </a:prstGeom>
          <a:noFill/>
          <a:ln>
            <a:noFill/>
          </a:ln>
        </p:spPr>
      </p:pic>
      <p:pic>
        <p:nvPicPr>
          <p:cNvPr id="117" name="Google Shape;117;p12"/>
          <p:cNvPicPr preferRelativeResize="0"/>
          <p:nvPr/>
        </p:nvPicPr>
        <p:blipFill rotWithShape="1">
          <a:blip r:embed="rId4">
            <a:alphaModFix/>
          </a:blip>
          <a:srcRect/>
          <a:stretch/>
        </p:blipFill>
        <p:spPr>
          <a:xfrm>
            <a:off x="9820234" y="4905854"/>
            <a:ext cx="676083" cy="58258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6_Пользовательский макет">
  <p:cSld name="6_Пользовательский макет">
    <p:spTree>
      <p:nvGrpSpPr>
        <p:cNvPr id="1" name="Shape 119"/>
        <p:cNvGrpSpPr/>
        <p:nvPr/>
      </p:nvGrpSpPr>
      <p:grpSpPr>
        <a:xfrm>
          <a:off x="0" y="0"/>
          <a:ext cx="0" cy="0"/>
          <a:chOff x="0" y="0"/>
          <a:chExt cx="0" cy="0"/>
        </a:xfrm>
      </p:grpSpPr>
      <p:sp>
        <p:nvSpPr>
          <p:cNvPr id="120" name="Google Shape;120;p13"/>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 name="Google Shape;121;p13"/>
          <p:cNvSpPr/>
          <p:nvPr/>
        </p:nvSpPr>
        <p:spPr>
          <a:xfrm>
            <a:off x="6977381" y="1048870"/>
            <a:ext cx="3318810" cy="3318809"/>
          </a:xfrm>
          <a:prstGeom prst="ellipse">
            <a:avLst/>
          </a:prstGeom>
          <a:noFill/>
          <a:ln w="28575" cap="flat" cmpd="sng">
            <a:solidFill>
              <a:srgbClr val="41E3B5"/>
            </a:solidFill>
            <a:prstDash val="solid"/>
            <a:miter lim="800000"/>
            <a:headEnd type="none" w="sm" len="sm"/>
            <a:tailEnd type="none" w="sm" len="sm"/>
          </a:ln>
          <a:effectLst>
            <a:outerShdw blurRad="63500" sx="101000" sy="101000" algn="ctr" rotWithShape="0">
              <a:srgbClr val="000000">
                <a:alpha val="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41E3B5"/>
              </a:solidFill>
              <a:latin typeface="Play"/>
              <a:ea typeface="Play"/>
              <a:cs typeface="Play"/>
              <a:sym typeface="Play"/>
            </a:endParaRPr>
          </a:p>
        </p:txBody>
      </p:sp>
      <p:sp>
        <p:nvSpPr>
          <p:cNvPr id="123" name="Google Shape;123;p13"/>
          <p:cNvSpPr txBox="1"/>
          <p:nvPr/>
        </p:nvSpPr>
        <p:spPr>
          <a:xfrm>
            <a:off x="7582764" y="2277845"/>
            <a:ext cx="2222561" cy="86177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5000">
                <a:solidFill>
                  <a:schemeClr val="lt1"/>
                </a:solidFill>
                <a:latin typeface="Play"/>
                <a:ea typeface="Play"/>
                <a:cs typeface="Play"/>
                <a:sym typeface="Play"/>
              </a:rPr>
              <a:t>41</a:t>
            </a:r>
            <a:r>
              <a:rPr lang="en-US" sz="2000">
                <a:solidFill>
                  <a:schemeClr val="lt1"/>
                </a:solidFill>
                <a:latin typeface="Play"/>
                <a:ea typeface="Play"/>
                <a:cs typeface="Play"/>
                <a:sym typeface="Play"/>
              </a:rPr>
              <a:t>%</a:t>
            </a:r>
            <a:endParaRPr sz="2000">
              <a:solidFill>
                <a:schemeClr val="lt1"/>
              </a:solidFill>
              <a:latin typeface="Play"/>
              <a:ea typeface="Play"/>
              <a:cs typeface="Play"/>
              <a:sym typeface="Play"/>
            </a:endParaRPr>
          </a:p>
        </p:txBody>
      </p:sp>
      <p:sp>
        <p:nvSpPr>
          <p:cNvPr id="124" name="Google Shape;124;p13"/>
          <p:cNvSpPr txBox="1"/>
          <p:nvPr/>
        </p:nvSpPr>
        <p:spPr>
          <a:xfrm>
            <a:off x="9153882" y="4699475"/>
            <a:ext cx="779381"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a:solidFill>
                  <a:srgbClr val="0087CD"/>
                </a:solidFill>
                <a:latin typeface="Play"/>
                <a:ea typeface="Play"/>
                <a:cs typeface="Play"/>
                <a:sym typeface="Play"/>
              </a:rPr>
              <a:t>71</a:t>
            </a:r>
            <a:endParaRPr sz="2000">
              <a:solidFill>
                <a:srgbClr val="0087CD"/>
              </a:solidFill>
              <a:latin typeface="Play"/>
              <a:ea typeface="Play"/>
              <a:cs typeface="Play"/>
              <a:sym typeface="Play"/>
            </a:endParaRPr>
          </a:p>
        </p:txBody>
      </p:sp>
      <p:sp>
        <p:nvSpPr>
          <p:cNvPr id="125" name="Google Shape;125;p13"/>
          <p:cNvSpPr txBox="1"/>
          <p:nvPr/>
        </p:nvSpPr>
        <p:spPr>
          <a:xfrm>
            <a:off x="6759513" y="4686413"/>
            <a:ext cx="928459"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a:solidFill>
                  <a:srgbClr val="0087CD"/>
                </a:solidFill>
                <a:latin typeface="Play"/>
                <a:ea typeface="Play"/>
                <a:cs typeface="Play"/>
                <a:sym typeface="Play"/>
              </a:rPr>
              <a:t>59</a:t>
            </a:r>
            <a:endParaRPr sz="2000">
              <a:solidFill>
                <a:srgbClr val="0087CD"/>
              </a:solidFill>
              <a:latin typeface="Play"/>
              <a:ea typeface="Play"/>
              <a:cs typeface="Play"/>
              <a:sym typeface="Play"/>
            </a:endParaRPr>
          </a:p>
        </p:txBody>
      </p:sp>
      <p:sp>
        <p:nvSpPr>
          <p:cNvPr id="126" name="Google Shape;126;p13"/>
          <p:cNvSpPr txBox="1"/>
          <p:nvPr/>
        </p:nvSpPr>
        <p:spPr>
          <a:xfrm>
            <a:off x="6877080" y="5556959"/>
            <a:ext cx="2130604" cy="646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a:t>
            </a:r>
            <a:endParaRPr/>
          </a:p>
        </p:txBody>
      </p:sp>
      <p:sp>
        <p:nvSpPr>
          <p:cNvPr id="127" name="Google Shape;127;p13"/>
          <p:cNvSpPr txBox="1"/>
          <p:nvPr/>
        </p:nvSpPr>
        <p:spPr>
          <a:xfrm>
            <a:off x="9247145" y="5556959"/>
            <a:ext cx="2130604" cy="646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a:t>
            </a:r>
            <a:endParaRPr/>
          </a:p>
        </p:txBody>
      </p:sp>
      <p:sp>
        <p:nvSpPr>
          <p:cNvPr id="128" name="Google Shape;128;p13"/>
          <p:cNvSpPr txBox="1">
            <a:spLocks noGrp="1"/>
          </p:cNvSpPr>
          <p:nvPr>
            <p:ph type="title"/>
          </p:nvPr>
        </p:nvSpPr>
        <p:spPr>
          <a:xfrm>
            <a:off x="695325" y="710883"/>
            <a:ext cx="5400675" cy="980757"/>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lt1"/>
              </a:buClr>
              <a:buSzPts val="4400"/>
              <a:buFont typeface="Play"/>
              <a:buNone/>
              <a:defRPr sz="44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9" name="Google Shape;129;p13"/>
          <p:cNvSpPr txBox="1"/>
          <p:nvPr/>
        </p:nvSpPr>
        <p:spPr>
          <a:xfrm>
            <a:off x="695325" y="1914758"/>
            <a:ext cx="4869903" cy="42510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400"/>
              <a:buFont typeface="Arial"/>
              <a:buNone/>
            </a:pPr>
            <a:r>
              <a:rPr lang="en-US" sz="1400" b="0" i="0">
                <a:solidFill>
                  <a:schemeClr val="lt1"/>
                </a:solidFill>
                <a:latin typeface="Arial"/>
                <a:ea typeface="Arial"/>
                <a:cs typeface="Arial"/>
                <a:sym typeface="Arial"/>
              </a:rPr>
              <a:t>Ut enim ad minim veniam, quis nostrud exercitation nisi ut aliquip ex ea commodo consequat. Duis velit esse cillum dolore eu fugiat nulla pariatur. 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228600" marR="0" lvl="0" indent="-13970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228600" marR="0" lvl="0" indent="-13970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228600" algn="l" rtl="0">
              <a:lnSpc>
                <a:spcPct val="100000"/>
              </a:lnSpc>
              <a:spcBef>
                <a:spcPts val="0"/>
              </a:spcBef>
              <a:spcAft>
                <a:spcPts val="0"/>
              </a:spcAft>
              <a:buClr>
                <a:schemeClr val="lt1"/>
              </a:buClr>
              <a:buSzPts val="1400"/>
              <a:buFont typeface="Arial"/>
              <a:buChar char="•"/>
            </a:pPr>
            <a:r>
              <a:rPr lang="en-US" sz="1400" b="0" i="0">
                <a:solidFill>
                  <a:schemeClr val="lt1"/>
                </a:solidFill>
                <a:latin typeface="Arial"/>
                <a:ea typeface="Arial"/>
                <a:cs typeface="Arial"/>
                <a:sym typeface="Arial"/>
              </a:rPr>
              <a:t>in voluptate velit esse cillum dolore eu fugiat nulla pariatur.</a:t>
            </a:r>
            <a:endParaRPr/>
          </a:p>
          <a:p>
            <a:pPr marL="0" marR="0" lvl="0" indent="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a:p>
            <a:pPr marL="228600" marR="0" lvl="0" indent="-139700" algn="l" rtl="0">
              <a:lnSpc>
                <a:spcPct val="100000"/>
              </a:lnSpc>
              <a:spcBef>
                <a:spcPts val="0"/>
              </a:spcBef>
              <a:spcAft>
                <a:spcPts val="0"/>
              </a:spcAft>
              <a:buClr>
                <a:schemeClr val="dk1"/>
              </a:buClr>
              <a:buSzPts val="1400"/>
              <a:buFont typeface="Arial"/>
              <a:buNone/>
            </a:pPr>
            <a:endParaRPr sz="1400" b="0" i="0">
              <a:solidFill>
                <a:schemeClr val="lt1"/>
              </a:solidFill>
              <a:latin typeface="Arial"/>
              <a:ea typeface="Arial"/>
              <a:cs typeface="Arial"/>
              <a:sym typeface="Arial"/>
            </a:endParaRPr>
          </a:p>
        </p:txBody>
      </p:sp>
      <p:sp>
        <p:nvSpPr>
          <p:cNvPr id="130" name="Google Shape;130;p13"/>
          <p:cNvSpPr/>
          <p:nvPr/>
        </p:nvSpPr>
        <p:spPr>
          <a:xfrm>
            <a:off x="6985135" y="1056639"/>
            <a:ext cx="3306813" cy="3306813"/>
          </a:xfrm>
          <a:prstGeom prst="arc">
            <a:avLst>
              <a:gd name="adj1" fmla="val 16201805"/>
              <a:gd name="adj2" fmla="val 3464522"/>
            </a:avLst>
          </a:prstGeom>
          <a:noFill/>
          <a:ln w="254000" cap="flat" cmpd="sng">
            <a:solidFill>
              <a:srgbClr val="0087C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22" name="Google Shape;122;p13"/>
          <p:cNvPicPr preferRelativeResize="0"/>
          <p:nvPr/>
        </p:nvPicPr>
        <p:blipFill rotWithShape="1">
          <a:blip r:embed="rId2">
            <a:alphaModFix/>
          </a:blip>
          <a:srcRect/>
          <a:stretch/>
        </p:blipFill>
        <p:spPr>
          <a:xfrm>
            <a:off x="5296360" y="565938"/>
            <a:ext cx="6427008" cy="428467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5_Пользовательский макет">
  <p:cSld name="5_Пользовательский макет">
    <p:spTree>
      <p:nvGrpSpPr>
        <p:cNvPr id="1" name="Shape 131"/>
        <p:cNvGrpSpPr/>
        <p:nvPr/>
      </p:nvGrpSpPr>
      <p:grpSpPr>
        <a:xfrm>
          <a:off x="0" y="0"/>
          <a:ext cx="0" cy="0"/>
          <a:chOff x="0" y="0"/>
          <a:chExt cx="0" cy="0"/>
        </a:xfrm>
      </p:grpSpPr>
      <p:sp>
        <p:nvSpPr>
          <p:cNvPr id="132" name="Google Shape;132;p14"/>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4"/>
          <p:cNvSpPr/>
          <p:nvPr/>
        </p:nvSpPr>
        <p:spPr>
          <a:xfrm>
            <a:off x="0" y="0"/>
            <a:ext cx="12192000" cy="2708275"/>
          </a:xfrm>
          <a:prstGeom prst="roundRect">
            <a:avLst>
              <a:gd name="adj" fmla="val 0"/>
            </a:avLst>
          </a:prstGeom>
          <a:solidFill>
            <a:schemeClr val="dk1">
              <a:alpha val="1490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Play"/>
              <a:ea typeface="Play"/>
              <a:cs typeface="Play"/>
              <a:sym typeface="Play"/>
            </a:endParaRPr>
          </a:p>
        </p:txBody>
      </p:sp>
      <p:sp>
        <p:nvSpPr>
          <p:cNvPr id="134" name="Google Shape;134;p14"/>
          <p:cNvSpPr txBox="1">
            <a:spLocks noGrp="1"/>
          </p:cNvSpPr>
          <p:nvPr>
            <p:ph type="title"/>
          </p:nvPr>
        </p:nvSpPr>
        <p:spPr>
          <a:xfrm>
            <a:off x="695325" y="714387"/>
            <a:ext cx="10801349" cy="1346642"/>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lt1"/>
              </a:buClr>
              <a:buSzPts val="4400"/>
              <a:buFont typeface="Play"/>
              <a:buNone/>
              <a:defRPr sz="44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5" name="Google Shape;135;p14"/>
          <p:cNvSpPr/>
          <p:nvPr/>
        </p:nvSpPr>
        <p:spPr>
          <a:xfrm>
            <a:off x="803264" y="2946401"/>
            <a:ext cx="2160588" cy="3219450"/>
          </a:xfrm>
          <a:prstGeom prst="roundRect">
            <a:avLst>
              <a:gd name="adj" fmla="val 16667"/>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14"/>
          <p:cNvSpPr/>
          <p:nvPr/>
        </p:nvSpPr>
        <p:spPr>
          <a:xfrm>
            <a:off x="3681669" y="2946400"/>
            <a:ext cx="2160588" cy="3219450"/>
          </a:xfrm>
          <a:prstGeom prst="roundRect">
            <a:avLst>
              <a:gd name="adj" fmla="val 16667"/>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14"/>
          <p:cNvSpPr/>
          <p:nvPr/>
        </p:nvSpPr>
        <p:spPr>
          <a:xfrm>
            <a:off x="9336881" y="2946399"/>
            <a:ext cx="2160588" cy="3219450"/>
          </a:xfrm>
          <a:prstGeom prst="roundRect">
            <a:avLst>
              <a:gd name="adj" fmla="val 16667"/>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14"/>
          <p:cNvSpPr/>
          <p:nvPr/>
        </p:nvSpPr>
        <p:spPr>
          <a:xfrm>
            <a:off x="1104498" y="4736583"/>
            <a:ext cx="1717079" cy="10772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a:t>
            </a:r>
            <a:endParaRPr/>
          </a:p>
        </p:txBody>
      </p:sp>
      <p:sp>
        <p:nvSpPr>
          <p:cNvPr id="139" name="Google Shape;139;p14"/>
          <p:cNvSpPr/>
          <p:nvPr/>
        </p:nvSpPr>
        <p:spPr>
          <a:xfrm>
            <a:off x="1104499" y="4346856"/>
            <a:ext cx="1618635" cy="27699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lt1"/>
                </a:solidFill>
                <a:latin typeface="Play"/>
                <a:ea typeface="Play"/>
                <a:cs typeface="Play"/>
                <a:sym typeface="Play"/>
              </a:rPr>
              <a:t>Lorem ipsum</a:t>
            </a:r>
            <a:endParaRPr/>
          </a:p>
        </p:txBody>
      </p:sp>
      <p:sp>
        <p:nvSpPr>
          <p:cNvPr id="140" name="Google Shape;140;p14"/>
          <p:cNvSpPr/>
          <p:nvPr/>
        </p:nvSpPr>
        <p:spPr>
          <a:xfrm>
            <a:off x="3954451" y="4736583"/>
            <a:ext cx="1717079" cy="10772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a:t>
            </a:r>
            <a:endParaRPr/>
          </a:p>
        </p:txBody>
      </p:sp>
      <p:sp>
        <p:nvSpPr>
          <p:cNvPr id="141" name="Google Shape;141;p14"/>
          <p:cNvSpPr/>
          <p:nvPr/>
        </p:nvSpPr>
        <p:spPr>
          <a:xfrm>
            <a:off x="3954452" y="4346856"/>
            <a:ext cx="1618635" cy="27699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lt1"/>
                </a:solidFill>
                <a:latin typeface="Play"/>
                <a:ea typeface="Play"/>
                <a:cs typeface="Play"/>
                <a:sym typeface="Play"/>
              </a:rPr>
              <a:t>Lorem ipsum</a:t>
            </a:r>
            <a:endParaRPr/>
          </a:p>
        </p:txBody>
      </p:sp>
      <p:sp>
        <p:nvSpPr>
          <p:cNvPr id="142" name="Google Shape;142;p14"/>
          <p:cNvSpPr/>
          <p:nvPr/>
        </p:nvSpPr>
        <p:spPr>
          <a:xfrm>
            <a:off x="9607281" y="4736583"/>
            <a:ext cx="1717079" cy="10772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a:t>
            </a:r>
            <a:endParaRPr/>
          </a:p>
        </p:txBody>
      </p:sp>
      <p:sp>
        <p:nvSpPr>
          <p:cNvPr id="143" name="Google Shape;143;p14"/>
          <p:cNvSpPr/>
          <p:nvPr/>
        </p:nvSpPr>
        <p:spPr>
          <a:xfrm>
            <a:off x="9607282" y="4346856"/>
            <a:ext cx="1618635" cy="27699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lt1"/>
                </a:solidFill>
                <a:latin typeface="Play"/>
                <a:ea typeface="Play"/>
                <a:cs typeface="Play"/>
                <a:sym typeface="Play"/>
              </a:rPr>
              <a:t>Lorem ipsum</a:t>
            </a:r>
            <a:endParaRPr/>
          </a:p>
        </p:txBody>
      </p:sp>
      <p:sp>
        <p:nvSpPr>
          <p:cNvPr id="144" name="Google Shape;144;p14"/>
          <p:cNvSpPr/>
          <p:nvPr/>
        </p:nvSpPr>
        <p:spPr>
          <a:xfrm>
            <a:off x="6509275" y="2946399"/>
            <a:ext cx="2160588" cy="3219450"/>
          </a:xfrm>
          <a:prstGeom prst="roundRect">
            <a:avLst>
              <a:gd name="adj" fmla="val 16667"/>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 name="Google Shape;145;p14"/>
          <p:cNvSpPr/>
          <p:nvPr/>
        </p:nvSpPr>
        <p:spPr>
          <a:xfrm>
            <a:off x="6779675" y="4736583"/>
            <a:ext cx="1717079" cy="10772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Lorem ipsum dolor sit amet, consectetuer adipiscing elit, sed diam nonummy.</a:t>
            </a:r>
            <a:endParaRPr/>
          </a:p>
        </p:txBody>
      </p:sp>
      <p:sp>
        <p:nvSpPr>
          <p:cNvPr id="146" name="Google Shape;146;p14"/>
          <p:cNvSpPr/>
          <p:nvPr/>
        </p:nvSpPr>
        <p:spPr>
          <a:xfrm>
            <a:off x="6779676" y="4346856"/>
            <a:ext cx="1618635" cy="27699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lt1"/>
                </a:solidFill>
                <a:latin typeface="Play"/>
                <a:ea typeface="Play"/>
                <a:cs typeface="Play"/>
                <a:sym typeface="Play"/>
              </a:rPr>
              <a:t>Lorem ipsum</a:t>
            </a:r>
            <a:endParaRPr/>
          </a:p>
        </p:txBody>
      </p:sp>
      <p:pic>
        <p:nvPicPr>
          <p:cNvPr id="147" name="Google Shape;147;p14"/>
          <p:cNvPicPr preferRelativeResize="0"/>
          <p:nvPr/>
        </p:nvPicPr>
        <p:blipFill rotWithShape="1">
          <a:blip r:embed="rId2">
            <a:alphaModFix/>
          </a:blip>
          <a:srcRect/>
          <a:stretch/>
        </p:blipFill>
        <p:spPr>
          <a:xfrm>
            <a:off x="9938380" y="2900076"/>
            <a:ext cx="956436" cy="1493103"/>
          </a:xfrm>
          <a:prstGeom prst="rect">
            <a:avLst/>
          </a:prstGeom>
          <a:noFill/>
          <a:ln>
            <a:noFill/>
          </a:ln>
        </p:spPr>
      </p:pic>
      <p:pic>
        <p:nvPicPr>
          <p:cNvPr id="148" name="Google Shape;148;p14"/>
          <p:cNvPicPr preferRelativeResize="0"/>
          <p:nvPr/>
        </p:nvPicPr>
        <p:blipFill rotWithShape="1">
          <a:blip r:embed="rId3">
            <a:alphaModFix/>
          </a:blip>
          <a:srcRect/>
          <a:stretch/>
        </p:blipFill>
        <p:spPr>
          <a:xfrm>
            <a:off x="7051266" y="2856689"/>
            <a:ext cx="1030437" cy="1487228"/>
          </a:xfrm>
          <a:prstGeom prst="rect">
            <a:avLst/>
          </a:prstGeom>
          <a:noFill/>
          <a:ln>
            <a:noFill/>
          </a:ln>
        </p:spPr>
      </p:pic>
      <p:pic>
        <p:nvPicPr>
          <p:cNvPr id="149" name="Google Shape;149;p14"/>
          <p:cNvPicPr preferRelativeResize="0"/>
          <p:nvPr/>
        </p:nvPicPr>
        <p:blipFill rotWithShape="1">
          <a:blip r:embed="rId4">
            <a:alphaModFix/>
          </a:blip>
          <a:srcRect/>
          <a:stretch/>
        </p:blipFill>
        <p:spPr>
          <a:xfrm>
            <a:off x="4168356" y="2827135"/>
            <a:ext cx="991846" cy="1493103"/>
          </a:xfrm>
          <a:prstGeom prst="rect">
            <a:avLst/>
          </a:prstGeom>
          <a:noFill/>
          <a:ln>
            <a:noFill/>
          </a:ln>
        </p:spPr>
      </p:pic>
      <p:pic>
        <p:nvPicPr>
          <p:cNvPr id="150" name="Google Shape;150;p14"/>
          <p:cNvPicPr preferRelativeResize="0"/>
          <p:nvPr/>
        </p:nvPicPr>
        <p:blipFill rotWithShape="1">
          <a:blip r:embed="rId5">
            <a:alphaModFix/>
          </a:blip>
          <a:srcRect/>
          <a:stretch/>
        </p:blipFill>
        <p:spPr>
          <a:xfrm>
            <a:off x="1364490" y="2775416"/>
            <a:ext cx="967062" cy="149310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_Пустой слайд">
  <p:cSld name="17_Пустой слайд">
    <p:spTree>
      <p:nvGrpSpPr>
        <p:cNvPr id="1" name="Shape 151"/>
        <p:cNvGrpSpPr/>
        <p:nvPr/>
      </p:nvGrpSpPr>
      <p:grpSpPr>
        <a:xfrm>
          <a:off x="0" y="0"/>
          <a:ext cx="0" cy="0"/>
          <a:chOff x="0" y="0"/>
          <a:chExt cx="0" cy="0"/>
        </a:xfrm>
      </p:grpSpPr>
      <p:sp>
        <p:nvSpPr>
          <p:cNvPr id="152" name="Google Shape;152;p15"/>
          <p:cNvSpPr/>
          <p:nvPr/>
        </p:nvSpPr>
        <p:spPr>
          <a:xfrm>
            <a:off x="0" y="0"/>
            <a:ext cx="7454348"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 name="Google Shape;153;p15"/>
          <p:cNvSpPr txBox="1">
            <a:spLocks noGrp="1"/>
          </p:cNvSpPr>
          <p:nvPr>
            <p:ph type="title"/>
          </p:nvPr>
        </p:nvSpPr>
        <p:spPr>
          <a:xfrm>
            <a:off x="634696" y="1766758"/>
            <a:ext cx="5138555"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4400"/>
              <a:buFont typeface="Play"/>
              <a:buNone/>
              <a:defRPr sz="44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4" name="Google Shape;154;p15"/>
          <p:cNvSpPr txBox="1"/>
          <p:nvPr/>
        </p:nvSpPr>
        <p:spPr>
          <a:xfrm>
            <a:off x="9210368"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a:solidFill>
                  <a:schemeClr val="lt1"/>
                </a:solidFill>
                <a:latin typeface="Play"/>
                <a:ea typeface="Play"/>
                <a:cs typeface="Play"/>
                <a:sym typeface="Play"/>
              </a:rPr>
              <a:t>‹#›</a:t>
            </a:fld>
            <a:endParaRPr sz="1200" b="0" i="0">
              <a:solidFill>
                <a:schemeClr val="lt1"/>
              </a:solidFill>
              <a:latin typeface="Play"/>
              <a:ea typeface="Play"/>
              <a:cs typeface="Play"/>
              <a:sym typeface="Play"/>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3_Пустой слайд">
  <p:cSld name="13_Пустой слайд">
    <p:bg>
      <p:bgPr>
        <a:solidFill>
          <a:srgbClr val="F2F2F2"/>
        </a:solidFill>
        <a:effectLst/>
      </p:bgPr>
    </p:bg>
    <p:spTree>
      <p:nvGrpSpPr>
        <p:cNvPr id="1" name="Shape 155"/>
        <p:cNvGrpSpPr/>
        <p:nvPr/>
      </p:nvGrpSpPr>
      <p:grpSpPr>
        <a:xfrm>
          <a:off x="0" y="0"/>
          <a:ext cx="0" cy="0"/>
          <a:chOff x="0" y="0"/>
          <a:chExt cx="0" cy="0"/>
        </a:xfrm>
      </p:grpSpPr>
      <p:sp>
        <p:nvSpPr>
          <p:cNvPr id="156" name="Google Shape;156;p16"/>
          <p:cNvSpPr/>
          <p:nvPr/>
        </p:nvSpPr>
        <p:spPr>
          <a:xfrm>
            <a:off x="0" y="0"/>
            <a:ext cx="12192000" cy="6857999"/>
          </a:xfrm>
          <a:prstGeom prst="rect">
            <a:avLst/>
          </a:prstGeom>
          <a:gradFill>
            <a:gsLst>
              <a:gs pos="0">
                <a:srgbClr val="004CA5"/>
              </a:gs>
              <a:gs pos="72000">
                <a:srgbClr val="0D267A"/>
              </a:gs>
              <a:gs pos="99000">
                <a:srgbClr val="122176"/>
              </a:gs>
              <a:gs pos="100000">
                <a:srgbClr val="122176"/>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 name="Google Shape;157;p16"/>
          <p:cNvSpPr txBox="1">
            <a:spLocks noGrp="1"/>
          </p:cNvSpPr>
          <p:nvPr>
            <p:ph type="body" idx="1"/>
          </p:nvPr>
        </p:nvSpPr>
        <p:spPr>
          <a:xfrm>
            <a:off x="630239" y="1643063"/>
            <a:ext cx="3374494" cy="46307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1pPr>
            <a:lvl2pPr marL="914400" marR="0" lvl="1" indent="-228600" algn="l" rtl="0">
              <a:lnSpc>
                <a:spcPct val="130000"/>
              </a:lnSpc>
              <a:spcBef>
                <a:spcPts val="800"/>
              </a:spcBef>
              <a:spcAft>
                <a:spcPts val="0"/>
              </a:spcAft>
              <a:buClr>
                <a:schemeClr val="lt1"/>
              </a:buClr>
              <a:buSzPts val="1050"/>
              <a:buFont typeface="Arial"/>
              <a:buNone/>
              <a:defRPr sz="1050" b="0" i="0" u="none" strike="noStrike" cap="none">
                <a:solidFill>
                  <a:schemeClr val="lt1"/>
                </a:solidFill>
                <a:latin typeface="Arial"/>
                <a:ea typeface="Arial"/>
                <a:cs typeface="Arial"/>
                <a:sym typeface="Arial"/>
              </a:defRPr>
            </a:lvl2pPr>
            <a:lvl3pPr marL="1371600" marR="0" lvl="2" indent="-228600" algn="l" rtl="0">
              <a:lnSpc>
                <a:spcPct val="130000"/>
              </a:lnSpc>
              <a:spcBef>
                <a:spcPts val="8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1828800" marR="0" lvl="3" indent="-228600" algn="l" rtl="0">
              <a:lnSpc>
                <a:spcPct val="130000"/>
              </a:lnSpc>
              <a:spcBef>
                <a:spcPts val="80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4pPr>
            <a:lvl5pPr marL="2286000" marR="0" lvl="4" indent="-228600" algn="l" rtl="0">
              <a:lnSpc>
                <a:spcPct val="130000"/>
              </a:lnSpc>
              <a:spcBef>
                <a:spcPts val="80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5pPr>
            <a:lvl6pPr marL="2743200" marR="0" lvl="5" indent="-342900" algn="l" rtl="0">
              <a:lnSpc>
                <a:spcPct val="90000"/>
              </a:lnSpc>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8" name="Google Shape;158;p16"/>
          <p:cNvSpPr txBox="1">
            <a:spLocks noGrp="1"/>
          </p:cNvSpPr>
          <p:nvPr>
            <p:ph type="body" idx="2"/>
          </p:nvPr>
        </p:nvSpPr>
        <p:spPr>
          <a:xfrm>
            <a:off x="4307154" y="1643063"/>
            <a:ext cx="3374494" cy="46307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1pPr>
            <a:lvl2pPr marL="914400" marR="0" lvl="1" indent="-228600" algn="l" rtl="0">
              <a:lnSpc>
                <a:spcPct val="130000"/>
              </a:lnSpc>
              <a:spcBef>
                <a:spcPts val="800"/>
              </a:spcBef>
              <a:spcAft>
                <a:spcPts val="0"/>
              </a:spcAft>
              <a:buClr>
                <a:schemeClr val="lt1"/>
              </a:buClr>
              <a:buSzPts val="1050"/>
              <a:buFont typeface="Arial"/>
              <a:buNone/>
              <a:defRPr sz="1050" b="0" i="0" u="none" strike="noStrike" cap="none">
                <a:solidFill>
                  <a:schemeClr val="lt1"/>
                </a:solidFill>
                <a:latin typeface="Arial"/>
                <a:ea typeface="Arial"/>
                <a:cs typeface="Arial"/>
                <a:sym typeface="Arial"/>
              </a:defRPr>
            </a:lvl2pPr>
            <a:lvl3pPr marL="1371600" marR="0" lvl="2" indent="-228600" algn="l" rtl="0">
              <a:lnSpc>
                <a:spcPct val="130000"/>
              </a:lnSpc>
              <a:spcBef>
                <a:spcPts val="8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1828800" marR="0" lvl="3" indent="-228600" algn="l" rtl="0">
              <a:lnSpc>
                <a:spcPct val="130000"/>
              </a:lnSpc>
              <a:spcBef>
                <a:spcPts val="80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4pPr>
            <a:lvl5pPr marL="2286000" marR="0" lvl="4" indent="-228600" algn="l" rtl="0">
              <a:lnSpc>
                <a:spcPct val="130000"/>
              </a:lnSpc>
              <a:spcBef>
                <a:spcPts val="80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5pPr>
            <a:lvl6pPr marL="2743200" marR="0" lvl="5" indent="-342900" algn="l" rtl="0">
              <a:lnSpc>
                <a:spcPct val="90000"/>
              </a:lnSpc>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9" name="Google Shape;159;p16"/>
          <p:cNvSpPr txBox="1">
            <a:spLocks noGrp="1"/>
          </p:cNvSpPr>
          <p:nvPr>
            <p:ph type="body" idx="3"/>
          </p:nvPr>
        </p:nvSpPr>
        <p:spPr>
          <a:xfrm>
            <a:off x="7984069" y="1643063"/>
            <a:ext cx="3374494" cy="46307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1pPr>
            <a:lvl2pPr marL="914400" marR="0" lvl="1" indent="-228600" algn="l" rtl="0">
              <a:lnSpc>
                <a:spcPct val="130000"/>
              </a:lnSpc>
              <a:spcBef>
                <a:spcPts val="800"/>
              </a:spcBef>
              <a:spcAft>
                <a:spcPts val="0"/>
              </a:spcAft>
              <a:buClr>
                <a:schemeClr val="lt1"/>
              </a:buClr>
              <a:buSzPts val="1050"/>
              <a:buFont typeface="Arial"/>
              <a:buNone/>
              <a:defRPr sz="1050" b="0" i="0" u="none" strike="noStrike" cap="none">
                <a:solidFill>
                  <a:schemeClr val="lt1"/>
                </a:solidFill>
                <a:latin typeface="Arial"/>
                <a:ea typeface="Arial"/>
                <a:cs typeface="Arial"/>
                <a:sym typeface="Arial"/>
              </a:defRPr>
            </a:lvl2pPr>
            <a:lvl3pPr marL="1371600" marR="0" lvl="2" indent="-228600" algn="l" rtl="0">
              <a:lnSpc>
                <a:spcPct val="130000"/>
              </a:lnSpc>
              <a:spcBef>
                <a:spcPts val="8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1828800" marR="0" lvl="3" indent="-228600" algn="l" rtl="0">
              <a:lnSpc>
                <a:spcPct val="130000"/>
              </a:lnSpc>
              <a:spcBef>
                <a:spcPts val="80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4pPr>
            <a:lvl5pPr marL="2286000" marR="0" lvl="4" indent="-228600" algn="l" rtl="0">
              <a:lnSpc>
                <a:spcPct val="130000"/>
              </a:lnSpc>
              <a:spcBef>
                <a:spcPts val="80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5pPr>
            <a:lvl6pPr marL="2743200" marR="0" lvl="5" indent="-342900" algn="l" rtl="0">
              <a:lnSpc>
                <a:spcPct val="90000"/>
              </a:lnSpc>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0" name="Google Shape;160;p16"/>
          <p:cNvSpPr txBox="1">
            <a:spLocks noGrp="1"/>
          </p:cNvSpPr>
          <p:nvPr>
            <p:ph type="title"/>
          </p:nvPr>
        </p:nvSpPr>
        <p:spPr>
          <a:xfrm>
            <a:off x="602226" y="503596"/>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Play"/>
              <a:buNone/>
              <a:defRPr sz="28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1178182"/>
            <a:ext cx="773270" cy="773270"/>
          </a:xfrm>
          <a:prstGeom prst="ellipse">
            <a:avLst/>
          </a:prstGeom>
          <a:solidFill>
            <a:srgbClr val="184EA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 name="Google Shape;11;p1"/>
          <p:cNvSpPr/>
          <p:nvPr/>
        </p:nvSpPr>
        <p:spPr>
          <a:xfrm>
            <a:off x="1171205" y="-1178182"/>
            <a:ext cx="773270" cy="773270"/>
          </a:xfrm>
          <a:prstGeom prst="ellipse">
            <a:avLst/>
          </a:prstGeom>
          <a:solidFill>
            <a:srgbClr val="1D27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 name="Google Shape;12;p1"/>
          <p:cNvSpPr/>
          <p:nvPr/>
        </p:nvSpPr>
        <p:spPr>
          <a:xfrm>
            <a:off x="2342410" y="-1178182"/>
            <a:ext cx="773270" cy="773270"/>
          </a:xfrm>
          <a:prstGeom prst="ellipse">
            <a:avLst/>
          </a:prstGeom>
          <a:solidFill>
            <a:srgbClr val="42E3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1"/>
          <p:cNvSpPr/>
          <p:nvPr/>
        </p:nvSpPr>
        <p:spPr>
          <a:xfrm>
            <a:off x="3513616" y="-1178182"/>
            <a:ext cx="773270" cy="773270"/>
          </a:xfrm>
          <a:prstGeom prst="ellipse">
            <a:avLst/>
          </a:prstGeom>
          <a:solidFill>
            <a:srgbClr val="0087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38">
          <p15:clr>
            <a:srgbClr val="F26B43"/>
          </p15:clr>
        </p15:guide>
        <p15:guide id="2" orient="horz" pos="436">
          <p15:clr>
            <a:srgbClr val="F26B43"/>
          </p15:clr>
        </p15:guide>
        <p15:guide id="3" pos="7242">
          <p15:clr>
            <a:srgbClr val="F26B43"/>
          </p15:clr>
        </p15:guide>
        <p15:guide id="4" orient="horz" pos="3884">
          <p15:clr>
            <a:srgbClr val="F26B43"/>
          </p15:clr>
        </p15:guide>
        <p15:guide id="5" orient="horz" pos="2160">
          <p15:clr>
            <a:srgbClr val="F26B43"/>
          </p15:clr>
        </p15:guide>
        <p15:guide id="6" orient="horz" pos="3521">
          <p15:clr>
            <a:srgbClr val="F26B43"/>
          </p15:clr>
        </p15:guide>
        <p15:guide id="7" orient="horz" pos="799">
          <p15:clr>
            <a:srgbClr val="F26B43"/>
          </p15:clr>
        </p15:guide>
        <p15:guide id="8" orient="horz" pos="2614">
          <p15:clr>
            <a:srgbClr val="F26B43"/>
          </p15:clr>
        </p15:guide>
        <p15:guide id="9" orient="horz" pos="1706">
          <p15:clr>
            <a:srgbClr val="F26B43"/>
          </p15:clr>
        </p15:guide>
        <p15:guide id="10" pos="3840">
          <p15:clr>
            <a:srgbClr val="F26B43"/>
          </p15:clr>
        </p15:guide>
        <p15:guide id="11" pos="2933">
          <p15:clr>
            <a:srgbClr val="F26B43"/>
          </p15:clr>
        </p15:guide>
        <p15:guide id="12" pos="2479">
          <p15:clr>
            <a:srgbClr val="F26B43"/>
          </p15:clr>
        </p15:guide>
        <p15:guide id="13" pos="2026">
          <p15:clr>
            <a:srgbClr val="F26B43"/>
          </p15:clr>
        </p15:guide>
        <p15:guide id="14" pos="1118">
          <p15:clr>
            <a:srgbClr val="F26B43"/>
          </p15:clr>
        </p15:guide>
        <p15:guide id="15" pos="4747">
          <p15:clr>
            <a:srgbClr val="F26B43"/>
          </p15:clr>
        </p15:guide>
        <p15:guide id="16" pos="5201">
          <p15:clr>
            <a:srgbClr val="F26B43"/>
          </p15:clr>
        </p15:guide>
        <p15:guide id="17" pos="5654">
          <p15:clr>
            <a:srgbClr val="F26B43"/>
          </p15:clr>
        </p15:guide>
        <p15:guide id="18" pos="656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8.jpg"/></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7"/>
          <p:cNvSpPr txBox="1"/>
          <p:nvPr/>
        </p:nvSpPr>
        <p:spPr>
          <a:xfrm>
            <a:off x="695325" y="3970817"/>
            <a:ext cx="8280300" cy="215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dirty="0" err="1">
                <a:solidFill>
                  <a:schemeClr val="lt1"/>
                </a:solidFill>
              </a:rPr>
              <a:t>Спринт</a:t>
            </a:r>
            <a:r>
              <a:rPr lang="en-US" dirty="0">
                <a:solidFill>
                  <a:schemeClr val="lt1"/>
                </a:solidFill>
              </a:rPr>
              <a:t>:</a:t>
            </a:r>
            <a:endParaRPr dirty="0"/>
          </a:p>
        </p:txBody>
      </p:sp>
      <p:sp>
        <p:nvSpPr>
          <p:cNvPr id="166" name="Google Shape;166;p17"/>
          <p:cNvSpPr txBox="1"/>
          <p:nvPr/>
        </p:nvSpPr>
        <p:spPr>
          <a:xfrm>
            <a:off x="695400" y="2526041"/>
            <a:ext cx="9721800" cy="923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3000"/>
              <a:buFont typeface="Play"/>
              <a:buNone/>
            </a:pPr>
            <a:r>
              <a:rPr lang="en-US" sz="3000">
                <a:solidFill>
                  <a:schemeClr val="lt1"/>
                </a:solidFill>
                <a:latin typeface="Play"/>
                <a:ea typeface="Play"/>
                <a:cs typeface="Play"/>
                <a:sym typeface="Play"/>
              </a:rPr>
              <a:t>Демо SberAds Core</a:t>
            </a:r>
            <a:endParaRPr sz="3000">
              <a:solidFill>
                <a:schemeClr val="lt1"/>
              </a:solidFill>
              <a:latin typeface="Play"/>
              <a:ea typeface="Play"/>
              <a:cs typeface="Play"/>
              <a:sym typeface="Play"/>
            </a:endParaRPr>
          </a:p>
          <a:p>
            <a:pPr marL="0" lvl="0" indent="0" algn="l" rtl="0">
              <a:spcBef>
                <a:spcPts val="0"/>
              </a:spcBef>
              <a:spcAft>
                <a:spcPts val="0"/>
              </a:spcAft>
              <a:buClr>
                <a:schemeClr val="lt1"/>
              </a:buClr>
              <a:buSzPts val="3000"/>
              <a:buFont typeface="Play"/>
              <a:buNone/>
            </a:pPr>
            <a:r>
              <a:rPr lang="en-US" sz="3000">
                <a:solidFill>
                  <a:schemeClr val="lt1"/>
                </a:solidFill>
                <a:latin typeface="Play"/>
                <a:ea typeface="Play"/>
                <a:cs typeface="Play"/>
                <a:sym typeface="Play"/>
              </a:rPr>
              <a:t>Инструменты Разработки </a:t>
            </a:r>
            <a:endParaRPr sz="3000">
              <a:solidFill>
                <a:schemeClr val="lt1"/>
              </a:solidFill>
              <a:latin typeface="Play"/>
              <a:ea typeface="Play"/>
              <a:cs typeface="Play"/>
              <a:sym typeface="Play"/>
            </a:endParaRPr>
          </a:p>
        </p:txBody>
      </p:sp>
      <p:pic>
        <p:nvPicPr>
          <p:cNvPr id="167" name="Google Shape;167;p17"/>
          <p:cNvPicPr preferRelativeResize="0"/>
          <p:nvPr/>
        </p:nvPicPr>
        <p:blipFill rotWithShape="1">
          <a:blip r:embed="rId3">
            <a:alphaModFix/>
          </a:blip>
          <a:srcRect/>
          <a:stretch/>
        </p:blipFill>
        <p:spPr>
          <a:xfrm>
            <a:off x="0" y="-2311210"/>
            <a:ext cx="1478653" cy="653926"/>
          </a:xfrm>
          <a:prstGeom prst="rect">
            <a:avLst/>
          </a:prstGeom>
          <a:noFill/>
          <a:ln>
            <a:noFill/>
          </a:ln>
        </p:spPr>
      </p:pic>
      <p:pic>
        <p:nvPicPr>
          <p:cNvPr id="168" name="Google Shape;168;p17" title="5314296218437937262.jpg"/>
          <p:cNvPicPr preferRelativeResize="0"/>
          <p:nvPr/>
        </p:nvPicPr>
        <p:blipFill>
          <a:blip r:embed="rId4">
            <a:alphaModFix/>
          </a:blip>
          <a:stretch>
            <a:fillRect/>
          </a:stretch>
        </p:blipFill>
        <p:spPr>
          <a:xfrm>
            <a:off x="10566500" y="0"/>
            <a:ext cx="1625500" cy="1625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8"/>
          <p:cNvSpPr txBox="1"/>
          <p:nvPr/>
        </p:nvSpPr>
        <p:spPr>
          <a:xfrm>
            <a:off x="685800" y="1611565"/>
            <a:ext cx="10903500" cy="4768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1000"/>
              </a:spcBef>
              <a:spcAft>
                <a:spcPts val="0"/>
              </a:spcAft>
              <a:buClr>
                <a:schemeClr val="lt1"/>
              </a:buClr>
              <a:buSzPts val="1400"/>
              <a:buFont typeface="Arial"/>
              <a:buNone/>
            </a:pPr>
            <a:r>
              <a:rPr lang="en-US" dirty="0">
                <a:solidFill>
                  <a:schemeClr val="lt1"/>
                </a:solidFill>
              </a:rPr>
              <a:t>{body}</a:t>
            </a:r>
          </a:p>
        </p:txBody>
      </p:sp>
      <p:sp>
        <p:nvSpPr>
          <p:cNvPr id="175" name="Google Shape;175;p18"/>
          <p:cNvSpPr/>
          <p:nvPr/>
        </p:nvSpPr>
        <p:spPr>
          <a:xfrm>
            <a:off x="213575" y="162050"/>
            <a:ext cx="10554600" cy="372000"/>
          </a:xfrm>
          <a:prstGeom prst="roundRect">
            <a:avLst>
              <a:gd name="adj" fmla="val 16667"/>
            </a:avLst>
          </a:prstGeom>
          <a:solidFill>
            <a:srgbClr val="00000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76" name="Google Shape;176;p18"/>
          <p:cNvSpPr txBox="1"/>
          <p:nvPr/>
        </p:nvSpPr>
        <p:spPr>
          <a:xfrm>
            <a:off x="685800" y="886813"/>
            <a:ext cx="10161900" cy="566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3200"/>
              <a:buFont typeface="Play"/>
              <a:buNone/>
            </a:pPr>
            <a:r>
              <a:rPr lang="en-US" sz="3200" dirty="0">
                <a:solidFill>
                  <a:schemeClr val="lt1"/>
                </a:solidFill>
                <a:latin typeface="Play"/>
                <a:ea typeface="Play"/>
                <a:cs typeface="Play"/>
                <a:sym typeface="Play"/>
              </a:rPr>
              <a:t>{title} </a:t>
            </a:r>
            <a:endParaRPr sz="3200" b="0" i="0" dirty="0">
              <a:solidFill>
                <a:schemeClr val="lt1"/>
              </a:solidFill>
              <a:latin typeface="Play"/>
              <a:ea typeface="Play"/>
              <a:cs typeface="Play"/>
              <a:sym typeface="Play"/>
            </a:endParaRPr>
          </a:p>
        </p:txBody>
      </p:sp>
      <p:sp>
        <p:nvSpPr>
          <p:cNvPr id="177" name="Google Shape;177;p18"/>
          <p:cNvSpPr/>
          <p:nvPr/>
        </p:nvSpPr>
        <p:spPr>
          <a:xfrm>
            <a:off x="428164" y="209600"/>
            <a:ext cx="10161900" cy="276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dirty="0">
                <a:solidFill>
                  <a:srgbClr val="FFFFFF"/>
                </a:solidFill>
                <a:latin typeface="Play"/>
                <a:ea typeface="Play"/>
                <a:cs typeface="Play"/>
                <a:sym typeface="Play"/>
              </a:rPr>
              <a:t>{epic}</a:t>
            </a:r>
            <a:endParaRPr dirty="0"/>
          </a:p>
        </p:txBody>
      </p:sp>
      <p:pic>
        <p:nvPicPr>
          <p:cNvPr id="174" name="Google Shape;174;p18"/>
          <p:cNvPicPr preferRelativeResize="0"/>
          <p:nvPr/>
        </p:nvPicPr>
        <p:blipFill>
          <a:blip r:embed="rId3">
            <a:alphaModFix/>
          </a:blip>
          <a:stretch>
            <a:fillRect/>
          </a:stretch>
        </p:blipFill>
        <p:spPr>
          <a:xfrm>
            <a:off x="11053750" y="267093"/>
            <a:ext cx="885825" cy="161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9"/>
          <p:cNvSpPr txBox="1"/>
          <p:nvPr/>
        </p:nvSpPr>
        <p:spPr>
          <a:xfrm>
            <a:off x="695400" y="2539103"/>
            <a:ext cx="9721850" cy="1009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4000"/>
              <a:buFont typeface="Play"/>
              <a:buNone/>
            </a:pPr>
            <a:r>
              <a:rPr lang="en-US" sz="4000">
                <a:solidFill>
                  <a:schemeClr val="lt1"/>
                </a:solidFill>
                <a:latin typeface="Play"/>
                <a:ea typeface="Play"/>
                <a:cs typeface="Play"/>
                <a:sym typeface="Play"/>
              </a:rPr>
              <a:t>Спасибо за внимание</a:t>
            </a:r>
            <a:endParaRPr sz="4000" b="0" i="0" u="none" strike="noStrike" cap="none">
              <a:solidFill>
                <a:schemeClr val="lt1"/>
              </a:solidFill>
              <a:latin typeface="Play"/>
              <a:ea typeface="Play"/>
              <a:cs typeface="Play"/>
              <a:sym typeface="Play"/>
            </a:endParaRPr>
          </a:p>
        </p:txBody>
      </p:sp>
      <p:pic>
        <p:nvPicPr>
          <p:cNvPr id="183" name="Google Shape;183;p19"/>
          <p:cNvPicPr preferRelativeResize="0"/>
          <p:nvPr/>
        </p:nvPicPr>
        <p:blipFill>
          <a:blip r:embed="rId3">
            <a:alphaModFix/>
          </a:blip>
          <a:stretch>
            <a:fillRect/>
          </a:stretch>
        </p:blipFill>
        <p:spPr>
          <a:xfrm>
            <a:off x="11053750" y="271400"/>
            <a:ext cx="885825" cy="161925"/>
          </a:xfrm>
          <a:prstGeom prst="rect">
            <a:avLst/>
          </a:prstGeom>
          <a:noFill/>
          <a:ln>
            <a:noFill/>
          </a:ln>
        </p:spPr>
      </p:pic>
      <p:sp>
        <p:nvSpPr>
          <p:cNvPr id="2" name="TextBox 1">
            <a:extLst>
              <a:ext uri="{FF2B5EF4-FFF2-40B4-BE49-F238E27FC236}">
                <a16:creationId xmlns:a16="http://schemas.microsoft.com/office/drawing/2014/main" id="{EDF36741-C509-DBE3-6F92-BE0EFFBD63F4}"/>
              </a:ext>
            </a:extLst>
          </p:cNvPr>
          <p:cNvSpPr txBox="1"/>
          <p:nvPr/>
        </p:nvSpPr>
        <p:spPr>
          <a:xfrm>
            <a:off x="152399" y="6433456"/>
            <a:ext cx="7146471" cy="307777"/>
          </a:xfrm>
          <a:prstGeom prst="rect">
            <a:avLst/>
          </a:prstGeom>
          <a:noFill/>
        </p:spPr>
        <p:txBody>
          <a:bodyPr wrap="square">
            <a:spAutoFit/>
          </a:bodyPr>
          <a:lstStyle/>
          <a:p>
            <a:r>
              <a:rPr lang="en-US" dirty="0">
                <a:solidFill>
                  <a:schemeClr val="bg1"/>
                </a:solidFill>
              </a:rPr>
              <a:t>@ </a:t>
            </a:r>
            <a:r>
              <a:rPr lang="ru-RU" dirty="0">
                <a:solidFill>
                  <a:schemeClr val="bg1"/>
                </a:solidFill>
              </a:rPr>
              <a:t>подготовлено совместно с </a:t>
            </a:r>
            <a:r>
              <a:rPr lang="en-US" dirty="0" err="1">
                <a:solidFill>
                  <a:schemeClr val="bg1"/>
                </a:solidFill>
              </a:rPr>
              <a:t>GigaChat</a:t>
            </a:r>
            <a:endParaRPr dirty="0">
              <a:solidFill>
                <a:schemeClr val="bg1"/>
              </a:solidFill>
            </a:endParaRPr>
          </a:p>
        </p:txBody>
      </p:sp>
    </p:spTree>
  </p:cSld>
  <p:clrMapOvr>
    <a:masterClrMapping/>
  </p:clrMapOvr>
</p:sld>
</file>

<file path=ppt/theme/theme1.xml><?xml version="1.0" encoding="utf-8"?>
<a:theme xmlns:a="http://schemas.openxmlformats.org/drawingml/2006/main" name="2_Тема Office">
  <a:themeElements>
    <a:clrScheme name="Custom 3">
      <a:dk1>
        <a:srgbClr val="000000"/>
      </a:dk1>
      <a:lt1>
        <a:srgbClr val="FFFFFF"/>
      </a:lt1>
      <a:dk2>
        <a:srgbClr val="44546A"/>
      </a:dk2>
      <a:lt2>
        <a:srgbClr val="E7E6E6"/>
      </a:lt2>
      <a:accent1>
        <a:srgbClr val="20BA70"/>
      </a:accent1>
      <a:accent2>
        <a:srgbClr val="2DC2A7"/>
      </a:accent2>
      <a:accent3>
        <a:srgbClr val="1D6964"/>
      </a:accent3>
      <a:accent4>
        <a:srgbClr val="1DA099"/>
      </a:accent4>
      <a:accent5>
        <a:srgbClr val="208468"/>
      </a:accent5>
      <a:accent6>
        <a:srgbClr val="0F7E8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24</Words>
  <Application>Microsoft Macintosh PowerPoint</Application>
  <PresentationFormat>Широкоэкранный</PresentationFormat>
  <Paragraphs>8</Paragraphs>
  <Slides>3</Slides>
  <Notes>3</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3</vt:i4>
      </vt:variant>
    </vt:vector>
  </HeadingPairs>
  <TitlesOfParts>
    <vt:vector size="7" baseType="lpstr">
      <vt:lpstr>Play</vt:lpstr>
      <vt:lpstr>Arial</vt:lpstr>
      <vt:lpstr>Calibri</vt:lpstr>
      <vt:lpstr>2_Тема Office</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Анастасия Зайцева</cp:lastModifiedBy>
  <cp:revision>8</cp:revision>
  <dcterms:modified xsi:type="dcterms:W3CDTF">2026-03-04T14:57:49Z</dcterms:modified>
</cp:coreProperties>
</file>