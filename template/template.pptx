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3" r:id="rId1"/>
  </p:sldMasterIdLst>
  <p:notesMasterIdLst>
    <p:notesMasterId r:id="rId5"/>
  </p:notesMasterIdLst>
  <p:sldIdLst>
    <p:sldId id="256" r:id="rId2"/>
    <p:sldId id="257" r:id="rId3"/>
    <p:sldId id="258" r:id="rId4"/>
  </p:sldIdLst>
  <p:sldSz cx="12192000" cy="6858000"/>
  <p:notesSz cx="6858000" cy="9144000"/>
  <p:embeddedFontLst>
    <p:embeddedFont>
      <p:font typeface="Play"/>
      <p:regular r:id="rId6"/>
      <p:bold r:id="rId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94"/>
  </p:normalViewPr>
  <p:slideViewPr>
    <p:cSldViewPr snapToGrid="0">
      <p:cViewPr varScale="1">
        <p:scale>
          <a:sx n="121" d="100"/>
          <a:sy n="121" d="100"/>
        </p:scale>
        <p:origin x="744" y="1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font" Target="fonts/font2.fntdata"/><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font" Target="fonts/font1.fntdata"/><Relationship Id="rId11" Type="http://schemas.openxmlformats.org/officeDocument/2006/relationships/tableStyles" Target="tableStyles.xml"/><Relationship Id="rId5" Type="http://schemas.openxmlformats.org/officeDocument/2006/relationships/notesMaster" Target="notesMasters/notesMaster1.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Play"/>
                <a:ea typeface="Play"/>
                <a:cs typeface="Play"/>
                <a:sym typeface="Play"/>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Play"/>
                <a:ea typeface="Play"/>
                <a:cs typeface="Play"/>
                <a:sym typeface="Play"/>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Play"/>
                <a:ea typeface="Play"/>
                <a:cs typeface="Play"/>
                <a:sym typeface="Play"/>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Play"/>
                <a:ea typeface="Play"/>
                <a:cs typeface="Play"/>
                <a:sym typeface="Play"/>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Play"/>
                <a:ea typeface="Play"/>
                <a:cs typeface="Play"/>
                <a:sym typeface="Play"/>
              </a:rPr>
              <a:t>‹#›</a:t>
            </a:fld>
            <a:endParaRPr sz="1200" b="0" i="0" u="none" strike="noStrike" cap="none">
              <a:solidFill>
                <a:schemeClr val="dk1"/>
              </a:solidFill>
              <a:latin typeface="Play"/>
              <a:ea typeface="Play"/>
              <a:cs typeface="Play"/>
              <a:sym typeface="Play"/>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1"/>
        <p:cNvGrpSpPr/>
        <p:nvPr/>
      </p:nvGrpSpPr>
      <p:grpSpPr>
        <a:xfrm>
          <a:off x="0" y="0"/>
          <a:ext cx="0" cy="0"/>
          <a:chOff x="0" y="0"/>
          <a:chExt cx="0" cy="0"/>
        </a:xfrm>
      </p:grpSpPr>
      <p:sp>
        <p:nvSpPr>
          <p:cNvPr id="162" name="Google Shape;162;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63" name="Google Shape;163;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9"/>
        <p:cNvGrpSpPr/>
        <p:nvPr/>
      </p:nvGrpSpPr>
      <p:grpSpPr>
        <a:xfrm>
          <a:off x="0" y="0"/>
          <a:ext cx="0" cy="0"/>
          <a:chOff x="0" y="0"/>
          <a:chExt cx="0" cy="0"/>
        </a:xfrm>
      </p:grpSpPr>
      <p:sp>
        <p:nvSpPr>
          <p:cNvPr id="170" name="Google Shape;170;p3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71" name="Google Shape;171;p3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8"/>
        <p:cNvGrpSpPr/>
        <p:nvPr/>
      </p:nvGrpSpPr>
      <p:grpSpPr>
        <a:xfrm>
          <a:off x="0" y="0"/>
          <a:ext cx="0" cy="0"/>
          <a:chOff x="0" y="0"/>
          <a:chExt cx="0" cy="0"/>
        </a:xfrm>
      </p:grpSpPr>
      <p:sp>
        <p:nvSpPr>
          <p:cNvPr id="179" name="Google Shape;179;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80" name="Google Shape;180;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8" Type="http://schemas.openxmlformats.org/officeDocument/2006/relationships/image" Target="../media/image8.png"/><Relationship Id="rId13" Type="http://schemas.openxmlformats.org/officeDocument/2006/relationships/image" Target="../media/image13.png"/><Relationship Id="rId18" Type="http://schemas.openxmlformats.org/officeDocument/2006/relationships/image" Target="../media/image18.png"/><Relationship Id="rId3" Type="http://schemas.openxmlformats.org/officeDocument/2006/relationships/image" Target="../media/image3.png"/><Relationship Id="rId7" Type="http://schemas.openxmlformats.org/officeDocument/2006/relationships/image" Target="../media/image7.png"/><Relationship Id="rId12" Type="http://schemas.openxmlformats.org/officeDocument/2006/relationships/image" Target="../media/image12.png"/><Relationship Id="rId17" Type="http://schemas.openxmlformats.org/officeDocument/2006/relationships/image" Target="../media/image17.png"/><Relationship Id="rId2" Type="http://schemas.openxmlformats.org/officeDocument/2006/relationships/image" Target="../media/image2.png"/><Relationship Id="rId16" Type="http://schemas.openxmlformats.org/officeDocument/2006/relationships/image" Target="../media/image16.png"/><Relationship Id="rId1" Type="http://schemas.openxmlformats.org/officeDocument/2006/relationships/slideMaster" Target="../slideMasters/slideMaster1.xml"/><Relationship Id="rId6" Type="http://schemas.openxmlformats.org/officeDocument/2006/relationships/image" Target="../media/image6.png"/><Relationship Id="rId11" Type="http://schemas.openxmlformats.org/officeDocument/2006/relationships/image" Target="../media/image11.png"/><Relationship Id="rId5" Type="http://schemas.openxmlformats.org/officeDocument/2006/relationships/image" Target="../media/image5.png"/><Relationship Id="rId15" Type="http://schemas.openxmlformats.org/officeDocument/2006/relationships/image" Target="../media/image15.png"/><Relationship Id="rId10" Type="http://schemas.openxmlformats.org/officeDocument/2006/relationships/image" Target="../media/image10.png"/><Relationship Id="rId4" Type="http://schemas.openxmlformats.org/officeDocument/2006/relationships/image" Target="../media/image4.png"/><Relationship Id="rId9" Type="http://schemas.openxmlformats.org/officeDocument/2006/relationships/image" Target="../media/image9.png"/><Relationship Id="rId14" Type="http://schemas.openxmlformats.org/officeDocument/2006/relationships/image" Target="../media/image1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9.png"/><Relationship Id="rId1" Type="http://schemas.openxmlformats.org/officeDocument/2006/relationships/slideMaster" Target="../slideMasters/slideMaster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Master" Target="../slideMasters/slideMaster1.xml"/><Relationship Id="rId5" Type="http://schemas.openxmlformats.org/officeDocument/2006/relationships/image" Target="../media/image26.png"/><Relationship Id="rId4" Type="http://schemas.openxmlformats.org/officeDocument/2006/relationships/image" Target="../media/image2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11_Пустой слайд">
  <p:cSld name="11_Пустой слайд">
    <p:bg>
      <p:bgPr>
        <a:solidFill>
          <a:srgbClr val="F2F2F2"/>
        </a:solidFill>
        <a:effectLst/>
      </p:bgPr>
    </p:bg>
    <p:spTree>
      <p:nvGrpSpPr>
        <p:cNvPr id="1" name="Shape 14"/>
        <p:cNvGrpSpPr/>
        <p:nvPr/>
      </p:nvGrpSpPr>
      <p:grpSpPr>
        <a:xfrm>
          <a:off x="0" y="0"/>
          <a:ext cx="0" cy="0"/>
          <a:chOff x="0" y="0"/>
          <a:chExt cx="0" cy="0"/>
        </a:xfrm>
      </p:grpSpPr>
      <p:sp>
        <p:nvSpPr>
          <p:cNvPr id="15" name="Google Shape;15;p2"/>
          <p:cNvSpPr/>
          <p:nvPr/>
        </p:nvSpPr>
        <p:spPr>
          <a:xfrm>
            <a:off x="0" y="0"/>
            <a:ext cx="12192000" cy="6857999"/>
          </a:xfrm>
          <a:prstGeom prst="rect">
            <a:avLst/>
          </a:prstGeom>
          <a:gradFill>
            <a:gsLst>
              <a:gs pos="0">
                <a:srgbClr val="004CA5"/>
              </a:gs>
              <a:gs pos="72000">
                <a:srgbClr val="0D267A"/>
              </a:gs>
              <a:gs pos="99000">
                <a:srgbClr val="122176"/>
              </a:gs>
              <a:gs pos="100000">
                <a:srgbClr val="122176"/>
              </a:gs>
            </a:gsLst>
            <a:lin ang="19199999"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6" name="Google Shape;16;p2"/>
          <p:cNvSpPr txBox="1">
            <a:spLocks noGrp="1"/>
          </p:cNvSpPr>
          <p:nvPr>
            <p:ph type="body" idx="1"/>
          </p:nvPr>
        </p:nvSpPr>
        <p:spPr>
          <a:xfrm>
            <a:off x="630235" y="1643063"/>
            <a:ext cx="5118629" cy="4630737"/>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30000"/>
              </a:lnSpc>
              <a:spcBef>
                <a:spcPts val="0"/>
              </a:spcBef>
              <a:spcAft>
                <a:spcPts val="0"/>
              </a:spcAft>
              <a:buClr>
                <a:schemeClr val="lt1"/>
              </a:buClr>
              <a:buSzPts val="1800"/>
              <a:buFont typeface="Arial"/>
              <a:buNone/>
              <a:defRPr sz="1800" b="0" i="0" u="none" strike="noStrike" cap="none">
                <a:solidFill>
                  <a:schemeClr val="lt1"/>
                </a:solidFill>
                <a:latin typeface="Arial"/>
                <a:ea typeface="Arial"/>
                <a:cs typeface="Arial"/>
                <a:sym typeface="Arial"/>
              </a:defRPr>
            </a:lvl1pPr>
            <a:lvl2pPr marL="914400" marR="0" lvl="1" indent="-228600" algn="l" rtl="0">
              <a:lnSpc>
                <a:spcPct val="130000"/>
              </a:lnSpc>
              <a:spcBef>
                <a:spcPts val="800"/>
              </a:spcBef>
              <a:spcAft>
                <a:spcPts val="0"/>
              </a:spcAft>
              <a:buClr>
                <a:schemeClr val="lt1"/>
              </a:buClr>
              <a:buSzPts val="1600"/>
              <a:buFont typeface="Arial"/>
              <a:buNone/>
              <a:defRPr sz="1600" b="0" i="0" u="none" strike="noStrike" cap="none">
                <a:solidFill>
                  <a:schemeClr val="lt1"/>
                </a:solidFill>
                <a:latin typeface="Arial"/>
                <a:ea typeface="Arial"/>
                <a:cs typeface="Arial"/>
                <a:sym typeface="Arial"/>
              </a:defRPr>
            </a:lvl2pPr>
            <a:lvl3pPr marL="1371600" marR="0" lvl="2" indent="-228600" algn="l" rtl="0">
              <a:lnSpc>
                <a:spcPct val="130000"/>
              </a:lnSpc>
              <a:spcBef>
                <a:spcPts val="800"/>
              </a:spcBef>
              <a:spcAft>
                <a:spcPts val="0"/>
              </a:spcAft>
              <a:buClr>
                <a:schemeClr val="lt1"/>
              </a:buClr>
              <a:buSzPts val="14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30000"/>
              </a:lnSpc>
              <a:spcBef>
                <a:spcPts val="800"/>
              </a:spcBef>
              <a:spcAft>
                <a:spcPts val="0"/>
              </a:spcAft>
              <a:buClr>
                <a:schemeClr val="lt1"/>
              </a:buClr>
              <a:buSzPts val="1200"/>
              <a:buFont typeface="Arial"/>
              <a:buNone/>
              <a:defRPr sz="1200" b="0" i="0" u="none" strike="noStrike" cap="none">
                <a:solidFill>
                  <a:schemeClr val="lt1"/>
                </a:solidFill>
                <a:latin typeface="Arial"/>
                <a:ea typeface="Arial"/>
                <a:cs typeface="Arial"/>
                <a:sym typeface="Arial"/>
              </a:defRPr>
            </a:lvl4pPr>
            <a:lvl5pPr marL="2286000" marR="0" lvl="4" indent="-228600" algn="l" rtl="0">
              <a:lnSpc>
                <a:spcPct val="130000"/>
              </a:lnSpc>
              <a:spcBef>
                <a:spcPts val="800"/>
              </a:spcBef>
              <a:spcAft>
                <a:spcPts val="0"/>
              </a:spcAft>
              <a:buClr>
                <a:schemeClr val="lt1"/>
              </a:buClr>
              <a:buSzPts val="1200"/>
              <a:buFont typeface="Arial"/>
              <a:buNone/>
              <a:defRPr sz="1200" b="0" i="0" u="none" strike="noStrike" cap="none">
                <a:solidFill>
                  <a:schemeClr val="lt1"/>
                </a:solidFill>
                <a:latin typeface="Arial"/>
                <a:ea typeface="Arial"/>
                <a:cs typeface="Arial"/>
                <a:sym typeface="Arial"/>
              </a:defRPr>
            </a:lvl5pPr>
            <a:lvl6pPr marL="2743200" marR="0" lvl="5" indent="-342900" algn="l" rtl="0">
              <a:lnSpc>
                <a:spcPct val="90000"/>
              </a:lnSpc>
              <a:spcBef>
                <a:spcPts val="8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7" name="Google Shape;17;p2"/>
          <p:cNvSpPr txBox="1">
            <a:spLocks noGrp="1"/>
          </p:cNvSpPr>
          <p:nvPr>
            <p:ph type="body" idx="2"/>
          </p:nvPr>
        </p:nvSpPr>
        <p:spPr>
          <a:xfrm>
            <a:off x="6341534" y="1643063"/>
            <a:ext cx="5118629" cy="4630737"/>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30000"/>
              </a:lnSpc>
              <a:spcBef>
                <a:spcPts val="0"/>
              </a:spcBef>
              <a:spcAft>
                <a:spcPts val="0"/>
              </a:spcAft>
              <a:buClr>
                <a:schemeClr val="lt1"/>
              </a:buClr>
              <a:buSzPts val="1800"/>
              <a:buFont typeface="Arial"/>
              <a:buNone/>
              <a:defRPr sz="1800" b="0" i="0" u="none" strike="noStrike" cap="none">
                <a:solidFill>
                  <a:schemeClr val="lt1"/>
                </a:solidFill>
                <a:latin typeface="Arial"/>
                <a:ea typeface="Arial"/>
                <a:cs typeface="Arial"/>
                <a:sym typeface="Arial"/>
              </a:defRPr>
            </a:lvl1pPr>
            <a:lvl2pPr marL="914400" marR="0" lvl="1" indent="-228600" algn="l" rtl="0">
              <a:lnSpc>
                <a:spcPct val="130000"/>
              </a:lnSpc>
              <a:spcBef>
                <a:spcPts val="800"/>
              </a:spcBef>
              <a:spcAft>
                <a:spcPts val="0"/>
              </a:spcAft>
              <a:buClr>
                <a:schemeClr val="lt1"/>
              </a:buClr>
              <a:buSzPts val="1600"/>
              <a:buFont typeface="Arial"/>
              <a:buNone/>
              <a:defRPr sz="1600" b="0" i="0" u="none" strike="noStrike" cap="none">
                <a:solidFill>
                  <a:schemeClr val="lt1"/>
                </a:solidFill>
                <a:latin typeface="Arial"/>
                <a:ea typeface="Arial"/>
                <a:cs typeface="Arial"/>
                <a:sym typeface="Arial"/>
              </a:defRPr>
            </a:lvl2pPr>
            <a:lvl3pPr marL="1371600" marR="0" lvl="2" indent="-228600" algn="l" rtl="0">
              <a:lnSpc>
                <a:spcPct val="130000"/>
              </a:lnSpc>
              <a:spcBef>
                <a:spcPts val="800"/>
              </a:spcBef>
              <a:spcAft>
                <a:spcPts val="0"/>
              </a:spcAft>
              <a:buClr>
                <a:schemeClr val="lt1"/>
              </a:buClr>
              <a:buSzPts val="14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30000"/>
              </a:lnSpc>
              <a:spcBef>
                <a:spcPts val="800"/>
              </a:spcBef>
              <a:spcAft>
                <a:spcPts val="0"/>
              </a:spcAft>
              <a:buClr>
                <a:schemeClr val="lt1"/>
              </a:buClr>
              <a:buSzPts val="1200"/>
              <a:buFont typeface="Arial"/>
              <a:buNone/>
              <a:defRPr sz="1200" b="0" i="0" u="none" strike="noStrike" cap="none">
                <a:solidFill>
                  <a:schemeClr val="lt1"/>
                </a:solidFill>
                <a:latin typeface="Arial"/>
                <a:ea typeface="Arial"/>
                <a:cs typeface="Arial"/>
                <a:sym typeface="Arial"/>
              </a:defRPr>
            </a:lvl4pPr>
            <a:lvl5pPr marL="2286000" marR="0" lvl="4" indent="-228600" algn="l" rtl="0">
              <a:lnSpc>
                <a:spcPct val="130000"/>
              </a:lnSpc>
              <a:spcBef>
                <a:spcPts val="800"/>
              </a:spcBef>
              <a:spcAft>
                <a:spcPts val="0"/>
              </a:spcAft>
              <a:buClr>
                <a:schemeClr val="lt1"/>
              </a:buClr>
              <a:buSzPts val="1200"/>
              <a:buFont typeface="Arial"/>
              <a:buNone/>
              <a:defRPr sz="1200" b="0" i="0" u="none" strike="noStrike" cap="none">
                <a:solidFill>
                  <a:schemeClr val="lt1"/>
                </a:solidFill>
                <a:latin typeface="Arial"/>
                <a:ea typeface="Arial"/>
                <a:cs typeface="Arial"/>
                <a:sym typeface="Arial"/>
              </a:defRPr>
            </a:lvl5pPr>
            <a:lvl6pPr marL="2743200" marR="0" lvl="5" indent="-342900" algn="l" rtl="0">
              <a:lnSpc>
                <a:spcPct val="90000"/>
              </a:lnSpc>
              <a:spcBef>
                <a:spcPts val="8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18" name="Google Shape;18;p2"/>
          <p:cNvPicPr preferRelativeResize="0"/>
          <p:nvPr/>
        </p:nvPicPr>
        <p:blipFill rotWithShape="1">
          <a:blip r:embed="rId2">
            <a:alphaModFix/>
          </a:blip>
          <a:srcRect/>
          <a:stretch/>
        </p:blipFill>
        <p:spPr>
          <a:xfrm>
            <a:off x="623034" y="640366"/>
            <a:ext cx="2630491" cy="464534"/>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Пользовательский макет">
  <p:cSld name="Пользовательский макет">
    <p:spTree>
      <p:nvGrpSpPr>
        <p:cNvPr id="1" name="Shape 19"/>
        <p:cNvGrpSpPr/>
        <p:nvPr/>
      </p:nvGrpSpPr>
      <p:grpSpPr>
        <a:xfrm>
          <a:off x="0" y="0"/>
          <a:ext cx="0" cy="0"/>
          <a:chOff x="0" y="0"/>
          <a:chExt cx="0" cy="0"/>
        </a:xfrm>
      </p:grpSpPr>
      <p:sp>
        <p:nvSpPr>
          <p:cNvPr id="20" name="Google Shape;20;p3"/>
          <p:cNvSpPr/>
          <p:nvPr/>
        </p:nvSpPr>
        <p:spPr>
          <a:xfrm>
            <a:off x="0" y="0"/>
            <a:ext cx="12192000" cy="6857999"/>
          </a:xfrm>
          <a:prstGeom prst="rect">
            <a:avLst/>
          </a:prstGeom>
          <a:gradFill>
            <a:gsLst>
              <a:gs pos="0">
                <a:srgbClr val="004CA5"/>
              </a:gs>
              <a:gs pos="72000">
                <a:srgbClr val="0D267A"/>
              </a:gs>
              <a:gs pos="99000">
                <a:srgbClr val="122176"/>
              </a:gs>
              <a:gs pos="100000">
                <a:srgbClr val="122176"/>
              </a:gs>
            </a:gsLst>
            <a:lin ang="19199999"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1" name="Google Shape;21;p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t" anchorCtr="0">
            <a:noAutofit/>
          </a:bodyPr>
          <a:lstStyle>
            <a:lvl1pPr marR="0" lvl="0" algn="l" rtl="0">
              <a:lnSpc>
                <a:spcPct val="90000"/>
              </a:lnSpc>
              <a:spcBef>
                <a:spcPts val="0"/>
              </a:spcBef>
              <a:spcAft>
                <a:spcPts val="0"/>
              </a:spcAft>
              <a:buClr>
                <a:schemeClr val="lt1"/>
              </a:buClr>
              <a:buSzPts val="4400"/>
              <a:buFont typeface="Play"/>
              <a:buNone/>
              <a:defRPr sz="4400" b="0" i="0" u="none" strike="noStrike" cap="none">
                <a:solidFill>
                  <a:schemeClr val="lt1"/>
                </a:solidFill>
                <a:latin typeface="Play"/>
                <a:ea typeface="Play"/>
                <a:cs typeface="Play"/>
                <a:sym typeface="Pla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18_Пустой слайд">
  <p:cSld name="18_Пустой слайд">
    <p:spTree>
      <p:nvGrpSpPr>
        <p:cNvPr id="1" name="Shape 22"/>
        <p:cNvGrpSpPr/>
        <p:nvPr/>
      </p:nvGrpSpPr>
      <p:grpSpPr>
        <a:xfrm>
          <a:off x="0" y="0"/>
          <a:ext cx="0" cy="0"/>
          <a:chOff x="0" y="0"/>
          <a:chExt cx="0" cy="0"/>
        </a:xfrm>
      </p:grpSpPr>
      <p:sp>
        <p:nvSpPr>
          <p:cNvPr id="23" name="Google Shape;23;p4"/>
          <p:cNvSpPr/>
          <p:nvPr/>
        </p:nvSpPr>
        <p:spPr>
          <a:xfrm>
            <a:off x="0" y="0"/>
            <a:ext cx="12192000" cy="6857999"/>
          </a:xfrm>
          <a:prstGeom prst="rect">
            <a:avLst/>
          </a:prstGeom>
          <a:gradFill>
            <a:gsLst>
              <a:gs pos="0">
                <a:srgbClr val="004CA5"/>
              </a:gs>
              <a:gs pos="72000">
                <a:srgbClr val="0D267A"/>
              </a:gs>
              <a:gs pos="99000">
                <a:srgbClr val="122176"/>
              </a:gs>
              <a:gs pos="100000">
                <a:srgbClr val="122176"/>
              </a:gs>
            </a:gsLst>
            <a:lin ang="19199999"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41" name="Google Shape;41;p4"/>
          <p:cNvSpPr/>
          <p:nvPr/>
        </p:nvSpPr>
        <p:spPr>
          <a:xfrm>
            <a:off x="8330959" y="729175"/>
            <a:ext cx="3277271" cy="2422056"/>
          </a:xfrm>
          <a:prstGeom prst="roundRect">
            <a:avLst>
              <a:gd name="adj" fmla="val 16667"/>
            </a:avLst>
          </a:prstGeom>
          <a:solidFill>
            <a:schemeClr val="dk1">
              <a:alpha val="20000"/>
            </a:scheme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43" name="Google Shape;43;p4"/>
          <p:cNvSpPr txBox="1"/>
          <p:nvPr/>
        </p:nvSpPr>
        <p:spPr>
          <a:xfrm>
            <a:off x="583770" y="61885"/>
            <a:ext cx="7161362" cy="566225"/>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chemeClr val="lt1"/>
              </a:buClr>
              <a:buSzPts val="3000"/>
              <a:buFont typeface="Play"/>
              <a:buNone/>
            </a:pPr>
            <a:r>
              <a:rPr lang="en-US" sz="3000" b="0" i="0" u="none" strike="noStrike" cap="none">
                <a:solidFill>
                  <a:schemeClr val="lt1"/>
                </a:solidFill>
                <a:latin typeface="Play"/>
                <a:ea typeface="Play"/>
                <a:cs typeface="Play"/>
                <a:sym typeface="Play"/>
              </a:rPr>
              <a:t>Цветовая палитра</a:t>
            </a:r>
            <a:endParaRPr sz="3000" b="0" i="0" u="none" strike="noStrike" cap="none">
              <a:solidFill>
                <a:schemeClr val="lt1"/>
              </a:solidFill>
              <a:latin typeface="Play"/>
              <a:ea typeface="Play"/>
              <a:cs typeface="Play"/>
              <a:sym typeface="Play"/>
            </a:endParaRPr>
          </a:p>
        </p:txBody>
      </p:sp>
      <p:sp>
        <p:nvSpPr>
          <p:cNvPr id="44" name="Google Shape;44;p4"/>
          <p:cNvSpPr/>
          <p:nvPr/>
        </p:nvSpPr>
        <p:spPr>
          <a:xfrm>
            <a:off x="583770" y="3231582"/>
            <a:ext cx="914400" cy="914400"/>
          </a:xfrm>
          <a:prstGeom prst="rect">
            <a:avLst/>
          </a:prstGeom>
          <a:solidFill>
            <a:srgbClr val="42E3B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45" name="Google Shape;45;p4"/>
          <p:cNvSpPr/>
          <p:nvPr/>
        </p:nvSpPr>
        <p:spPr>
          <a:xfrm>
            <a:off x="2074133" y="1357228"/>
            <a:ext cx="914400" cy="914400"/>
          </a:xfrm>
          <a:prstGeom prst="rect">
            <a:avLst/>
          </a:prstGeom>
          <a:solidFill>
            <a:srgbClr val="1D277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46" name="Google Shape;46;p4"/>
          <p:cNvSpPr/>
          <p:nvPr/>
        </p:nvSpPr>
        <p:spPr>
          <a:xfrm>
            <a:off x="2060392" y="3231582"/>
            <a:ext cx="914400" cy="914400"/>
          </a:xfrm>
          <a:prstGeom prst="rect">
            <a:avLst/>
          </a:prstGeom>
          <a:solidFill>
            <a:srgbClr val="0087CD"/>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47" name="Google Shape;47;p4"/>
          <p:cNvSpPr txBox="1"/>
          <p:nvPr/>
        </p:nvSpPr>
        <p:spPr>
          <a:xfrm>
            <a:off x="583770" y="773415"/>
            <a:ext cx="2590746" cy="296632"/>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chemeClr val="lt1"/>
              </a:buClr>
              <a:buSzPts val="1800"/>
              <a:buFont typeface="Arial"/>
              <a:buNone/>
            </a:pPr>
            <a:r>
              <a:rPr lang="en-US" sz="1800" b="1" i="0" u="none" strike="noStrike" cap="none">
                <a:solidFill>
                  <a:schemeClr val="lt1"/>
                </a:solidFill>
                <a:latin typeface="Play"/>
                <a:ea typeface="Play"/>
                <a:cs typeface="Play"/>
                <a:sym typeface="Play"/>
              </a:rPr>
              <a:t>Основные цвета</a:t>
            </a:r>
            <a:endParaRPr/>
          </a:p>
        </p:txBody>
      </p:sp>
      <p:sp>
        <p:nvSpPr>
          <p:cNvPr id="48" name="Google Shape;48;p4"/>
          <p:cNvSpPr/>
          <p:nvPr/>
        </p:nvSpPr>
        <p:spPr>
          <a:xfrm>
            <a:off x="583770" y="1357228"/>
            <a:ext cx="914400" cy="914400"/>
          </a:xfrm>
          <a:prstGeom prst="rect">
            <a:avLst/>
          </a:prstGeom>
          <a:solidFill>
            <a:srgbClr val="004FA7"/>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49" name="Google Shape;49;p4"/>
          <p:cNvSpPr txBox="1"/>
          <p:nvPr/>
        </p:nvSpPr>
        <p:spPr>
          <a:xfrm>
            <a:off x="581455" y="2762058"/>
            <a:ext cx="3960962" cy="299672"/>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chemeClr val="lt1"/>
              </a:buClr>
              <a:buSzPts val="1800"/>
              <a:buFont typeface="Arial"/>
              <a:buNone/>
            </a:pPr>
            <a:r>
              <a:rPr lang="en-US" sz="1800" b="1" i="0" u="none" strike="noStrike" cap="none">
                <a:solidFill>
                  <a:schemeClr val="lt1"/>
                </a:solidFill>
                <a:latin typeface="Play"/>
                <a:ea typeface="Play"/>
                <a:cs typeface="Play"/>
                <a:sym typeface="Play"/>
              </a:rPr>
              <a:t>Дополнительные цвета</a:t>
            </a:r>
            <a:endParaRPr/>
          </a:p>
        </p:txBody>
      </p:sp>
      <p:sp>
        <p:nvSpPr>
          <p:cNvPr id="50" name="Google Shape;50;p4"/>
          <p:cNvSpPr txBox="1"/>
          <p:nvPr/>
        </p:nvSpPr>
        <p:spPr>
          <a:xfrm>
            <a:off x="5861173" y="803634"/>
            <a:ext cx="2590746" cy="296632"/>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chemeClr val="lt1"/>
              </a:buClr>
              <a:buSzPts val="1800"/>
              <a:buFont typeface="Arial"/>
              <a:buNone/>
            </a:pPr>
            <a:r>
              <a:rPr lang="en-US" sz="1800" b="1" i="0" u="none" strike="noStrike" cap="none">
                <a:solidFill>
                  <a:schemeClr val="lt1"/>
                </a:solidFill>
                <a:latin typeface="Play"/>
                <a:ea typeface="Play"/>
                <a:cs typeface="Play"/>
                <a:sym typeface="Play"/>
              </a:rPr>
              <a:t>Текстовые цвета</a:t>
            </a:r>
            <a:endParaRPr/>
          </a:p>
        </p:txBody>
      </p:sp>
      <p:sp>
        <p:nvSpPr>
          <p:cNvPr id="51" name="Google Shape;51;p4"/>
          <p:cNvSpPr/>
          <p:nvPr/>
        </p:nvSpPr>
        <p:spPr>
          <a:xfrm>
            <a:off x="5836121" y="1357228"/>
            <a:ext cx="914400" cy="9144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52" name="Google Shape;52;p4"/>
          <p:cNvSpPr txBox="1"/>
          <p:nvPr/>
        </p:nvSpPr>
        <p:spPr>
          <a:xfrm>
            <a:off x="583769" y="4206416"/>
            <a:ext cx="1143001" cy="396766"/>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chemeClr val="lt1"/>
              </a:buClr>
              <a:buSzPts val="1400"/>
              <a:buFont typeface="Arial"/>
              <a:buNone/>
            </a:pPr>
            <a:r>
              <a:rPr lang="en-US" sz="1400" b="0" i="0" u="none" strike="noStrike" cap="none">
                <a:solidFill>
                  <a:schemeClr val="lt1"/>
                </a:solidFill>
                <a:latin typeface="Arial"/>
                <a:ea typeface="Arial"/>
                <a:cs typeface="Arial"/>
                <a:sym typeface="Arial"/>
              </a:rPr>
              <a:t>Арктический</a:t>
            </a:r>
            <a:endParaRPr/>
          </a:p>
        </p:txBody>
      </p:sp>
      <p:sp>
        <p:nvSpPr>
          <p:cNvPr id="53" name="Google Shape;53;p4"/>
          <p:cNvSpPr txBox="1"/>
          <p:nvPr/>
        </p:nvSpPr>
        <p:spPr>
          <a:xfrm>
            <a:off x="2071504" y="2332062"/>
            <a:ext cx="1327071" cy="396766"/>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chemeClr val="lt1"/>
              </a:buClr>
              <a:buSzPts val="1400"/>
              <a:buFont typeface="Arial"/>
              <a:buNone/>
            </a:pPr>
            <a:r>
              <a:rPr lang="en-US" sz="1400" b="0" i="0" u="none" strike="noStrike" cap="none">
                <a:solidFill>
                  <a:schemeClr val="lt1"/>
                </a:solidFill>
                <a:latin typeface="Arial"/>
                <a:ea typeface="Arial"/>
                <a:cs typeface="Arial"/>
                <a:sym typeface="Arial"/>
              </a:rPr>
              <a:t>Индиго</a:t>
            </a:r>
            <a:endParaRPr/>
          </a:p>
        </p:txBody>
      </p:sp>
      <p:sp>
        <p:nvSpPr>
          <p:cNvPr id="54" name="Google Shape;54;p4"/>
          <p:cNvSpPr txBox="1"/>
          <p:nvPr/>
        </p:nvSpPr>
        <p:spPr>
          <a:xfrm>
            <a:off x="2060392" y="4207428"/>
            <a:ext cx="1912433" cy="396766"/>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chemeClr val="lt1"/>
              </a:buClr>
              <a:buSzPts val="1400"/>
              <a:buFont typeface="Arial"/>
              <a:buNone/>
            </a:pPr>
            <a:r>
              <a:rPr lang="en-US" sz="1400" b="0" i="0" u="none" strike="noStrike" cap="none">
                <a:solidFill>
                  <a:schemeClr val="lt1"/>
                </a:solidFill>
                <a:latin typeface="Arial"/>
                <a:ea typeface="Arial"/>
                <a:cs typeface="Arial"/>
                <a:sym typeface="Arial"/>
              </a:rPr>
              <a:t>Синий</a:t>
            </a:r>
            <a:endParaRPr/>
          </a:p>
        </p:txBody>
      </p:sp>
      <p:sp>
        <p:nvSpPr>
          <p:cNvPr id="55" name="Google Shape;55;p4"/>
          <p:cNvSpPr txBox="1"/>
          <p:nvPr/>
        </p:nvSpPr>
        <p:spPr>
          <a:xfrm>
            <a:off x="579455" y="2332062"/>
            <a:ext cx="1143001" cy="404934"/>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chemeClr val="lt1"/>
              </a:buClr>
              <a:buSzPts val="1400"/>
              <a:buFont typeface="Arial"/>
              <a:buNone/>
            </a:pPr>
            <a:r>
              <a:rPr lang="en-US" sz="1400" b="0" i="0" u="none" strike="noStrike" cap="none">
                <a:solidFill>
                  <a:schemeClr val="lt1"/>
                </a:solidFill>
                <a:latin typeface="Arial"/>
                <a:ea typeface="Arial"/>
                <a:cs typeface="Arial"/>
                <a:sym typeface="Arial"/>
              </a:rPr>
              <a:t>Кобальтовый</a:t>
            </a:r>
            <a:endParaRPr/>
          </a:p>
        </p:txBody>
      </p:sp>
      <p:sp>
        <p:nvSpPr>
          <p:cNvPr id="56" name="Google Shape;56;p4"/>
          <p:cNvSpPr txBox="1"/>
          <p:nvPr/>
        </p:nvSpPr>
        <p:spPr>
          <a:xfrm>
            <a:off x="5836121" y="2337190"/>
            <a:ext cx="1219200" cy="396766"/>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chemeClr val="lt1"/>
              </a:buClr>
              <a:buSzPts val="1400"/>
              <a:buFont typeface="Arial"/>
              <a:buNone/>
            </a:pPr>
            <a:r>
              <a:rPr lang="en-US" sz="1400" b="0" i="0" u="none" strike="noStrike" cap="none">
                <a:solidFill>
                  <a:schemeClr val="lt1"/>
                </a:solidFill>
                <a:latin typeface="Arial"/>
                <a:ea typeface="Arial"/>
                <a:cs typeface="Arial"/>
                <a:sym typeface="Arial"/>
              </a:rPr>
              <a:t>Белый</a:t>
            </a:r>
            <a:endParaRPr/>
          </a:p>
        </p:txBody>
      </p:sp>
      <p:sp>
        <p:nvSpPr>
          <p:cNvPr id="57" name="Google Shape;57;p4"/>
          <p:cNvSpPr txBox="1"/>
          <p:nvPr/>
        </p:nvSpPr>
        <p:spPr>
          <a:xfrm>
            <a:off x="580894" y="3874064"/>
            <a:ext cx="921589" cy="27699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0" i="0" u="none" strike="noStrike" cap="none">
                <a:solidFill>
                  <a:schemeClr val="lt1"/>
                </a:solidFill>
                <a:latin typeface="Arial"/>
                <a:ea typeface="Arial"/>
                <a:cs typeface="Arial"/>
                <a:sym typeface="Arial"/>
              </a:rPr>
              <a:t>#42E3B4</a:t>
            </a:r>
            <a:endParaRPr sz="1200">
              <a:solidFill>
                <a:schemeClr val="lt1"/>
              </a:solidFill>
              <a:latin typeface="Arial"/>
              <a:ea typeface="Arial"/>
              <a:cs typeface="Arial"/>
              <a:sym typeface="Arial"/>
            </a:endParaRPr>
          </a:p>
        </p:txBody>
      </p:sp>
      <p:sp>
        <p:nvSpPr>
          <p:cNvPr id="58" name="Google Shape;58;p4"/>
          <p:cNvSpPr txBox="1"/>
          <p:nvPr/>
        </p:nvSpPr>
        <p:spPr>
          <a:xfrm>
            <a:off x="2072695" y="1980374"/>
            <a:ext cx="921589" cy="27699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a:solidFill>
                  <a:schemeClr val="lt1"/>
                </a:solidFill>
                <a:latin typeface="Arial"/>
                <a:ea typeface="Arial"/>
                <a:cs typeface="Arial"/>
                <a:sym typeface="Arial"/>
              </a:rPr>
              <a:t>#1D2773</a:t>
            </a:r>
            <a:endParaRPr sz="1200">
              <a:solidFill>
                <a:schemeClr val="lt1"/>
              </a:solidFill>
              <a:latin typeface="Arial"/>
              <a:ea typeface="Arial"/>
              <a:cs typeface="Arial"/>
              <a:sym typeface="Arial"/>
            </a:endParaRPr>
          </a:p>
        </p:txBody>
      </p:sp>
      <p:sp>
        <p:nvSpPr>
          <p:cNvPr id="59" name="Google Shape;59;p4"/>
          <p:cNvSpPr txBox="1"/>
          <p:nvPr/>
        </p:nvSpPr>
        <p:spPr>
          <a:xfrm>
            <a:off x="2066975" y="3854727"/>
            <a:ext cx="921589" cy="27699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a:solidFill>
                  <a:schemeClr val="lt1"/>
                </a:solidFill>
                <a:latin typeface="Arial"/>
                <a:ea typeface="Arial"/>
                <a:cs typeface="Arial"/>
                <a:sym typeface="Arial"/>
              </a:rPr>
              <a:t>#0087CD</a:t>
            </a:r>
            <a:endParaRPr sz="1200">
              <a:solidFill>
                <a:schemeClr val="lt1"/>
              </a:solidFill>
              <a:latin typeface="Arial"/>
              <a:ea typeface="Arial"/>
              <a:cs typeface="Arial"/>
              <a:sym typeface="Arial"/>
            </a:endParaRPr>
          </a:p>
        </p:txBody>
      </p:sp>
      <p:sp>
        <p:nvSpPr>
          <p:cNvPr id="60" name="Google Shape;60;p4"/>
          <p:cNvSpPr txBox="1"/>
          <p:nvPr/>
        </p:nvSpPr>
        <p:spPr>
          <a:xfrm>
            <a:off x="5836121" y="1994629"/>
            <a:ext cx="921589" cy="27699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a:solidFill>
                  <a:schemeClr val="dk1"/>
                </a:solidFill>
                <a:latin typeface="Arial"/>
                <a:ea typeface="Arial"/>
                <a:cs typeface="Arial"/>
                <a:sym typeface="Arial"/>
              </a:rPr>
              <a:t>#FFFFFF</a:t>
            </a:r>
            <a:endParaRPr sz="1200">
              <a:solidFill>
                <a:schemeClr val="dk1"/>
              </a:solidFill>
              <a:latin typeface="Arial"/>
              <a:ea typeface="Arial"/>
              <a:cs typeface="Arial"/>
              <a:sym typeface="Arial"/>
            </a:endParaRPr>
          </a:p>
        </p:txBody>
      </p:sp>
      <p:sp>
        <p:nvSpPr>
          <p:cNvPr id="61" name="Google Shape;61;p4"/>
          <p:cNvSpPr txBox="1"/>
          <p:nvPr/>
        </p:nvSpPr>
        <p:spPr>
          <a:xfrm>
            <a:off x="599847" y="1994629"/>
            <a:ext cx="921589" cy="27699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a:solidFill>
                  <a:schemeClr val="lt1"/>
                </a:solidFill>
                <a:latin typeface="Arial"/>
                <a:ea typeface="Arial"/>
                <a:cs typeface="Arial"/>
                <a:sym typeface="Arial"/>
              </a:rPr>
              <a:t>#184EA1</a:t>
            </a:r>
            <a:endParaRPr sz="1200">
              <a:solidFill>
                <a:schemeClr val="lt1"/>
              </a:solidFill>
              <a:latin typeface="Arial"/>
              <a:ea typeface="Arial"/>
              <a:cs typeface="Arial"/>
              <a:sym typeface="Arial"/>
            </a:endParaRPr>
          </a:p>
        </p:txBody>
      </p:sp>
      <p:pic>
        <p:nvPicPr>
          <p:cNvPr id="24" name="Google Shape;24;p4"/>
          <p:cNvPicPr preferRelativeResize="0"/>
          <p:nvPr/>
        </p:nvPicPr>
        <p:blipFill rotWithShape="1">
          <a:blip r:embed="rId2">
            <a:alphaModFix/>
          </a:blip>
          <a:srcRect/>
          <a:stretch/>
        </p:blipFill>
        <p:spPr>
          <a:xfrm>
            <a:off x="2815945" y="4661601"/>
            <a:ext cx="542861" cy="542861"/>
          </a:xfrm>
          <a:prstGeom prst="rect">
            <a:avLst/>
          </a:prstGeom>
          <a:noFill/>
          <a:ln>
            <a:noFill/>
          </a:ln>
        </p:spPr>
      </p:pic>
      <p:pic>
        <p:nvPicPr>
          <p:cNvPr id="25" name="Google Shape;25;p4"/>
          <p:cNvPicPr preferRelativeResize="0"/>
          <p:nvPr/>
        </p:nvPicPr>
        <p:blipFill rotWithShape="1">
          <a:blip r:embed="rId3">
            <a:alphaModFix/>
          </a:blip>
          <a:srcRect/>
          <a:stretch/>
        </p:blipFill>
        <p:spPr>
          <a:xfrm>
            <a:off x="1736651" y="4676680"/>
            <a:ext cx="615243" cy="512702"/>
          </a:xfrm>
          <a:prstGeom prst="rect">
            <a:avLst/>
          </a:prstGeom>
          <a:noFill/>
          <a:ln>
            <a:noFill/>
          </a:ln>
        </p:spPr>
      </p:pic>
      <p:pic>
        <p:nvPicPr>
          <p:cNvPr id="26" name="Google Shape;26;p4"/>
          <p:cNvPicPr preferRelativeResize="0"/>
          <p:nvPr/>
        </p:nvPicPr>
        <p:blipFill rotWithShape="1">
          <a:blip r:embed="rId4">
            <a:alphaModFix/>
          </a:blip>
          <a:srcRect/>
          <a:stretch/>
        </p:blipFill>
        <p:spPr>
          <a:xfrm>
            <a:off x="3822857" y="4688744"/>
            <a:ext cx="566989" cy="488575"/>
          </a:xfrm>
          <a:prstGeom prst="rect">
            <a:avLst/>
          </a:prstGeom>
          <a:noFill/>
          <a:ln>
            <a:noFill/>
          </a:ln>
        </p:spPr>
      </p:pic>
      <p:pic>
        <p:nvPicPr>
          <p:cNvPr id="27" name="Google Shape;27;p4"/>
          <p:cNvPicPr preferRelativeResize="0"/>
          <p:nvPr/>
        </p:nvPicPr>
        <p:blipFill rotWithShape="1">
          <a:blip r:embed="rId5">
            <a:alphaModFix/>
          </a:blip>
          <a:srcRect/>
          <a:stretch/>
        </p:blipFill>
        <p:spPr>
          <a:xfrm>
            <a:off x="703132" y="4648297"/>
            <a:ext cx="569468" cy="569468"/>
          </a:xfrm>
          <a:prstGeom prst="rect">
            <a:avLst/>
          </a:prstGeom>
          <a:noFill/>
          <a:ln>
            <a:noFill/>
          </a:ln>
        </p:spPr>
      </p:pic>
      <p:pic>
        <p:nvPicPr>
          <p:cNvPr id="28" name="Google Shape;28;p4"/>
          <p:cNvPicPr preferRelativeResize="0"/>
          <p:nvPr/>
        </p:nvPicPr>
        <p:blipFill rotWithShape="1">
          <a:blip r:embed="rId6">
            <a:alphaModFix/>
          </a:blip>
          <a:srcRect/>
          <a:stretch/>
        </p:blipFill>
        <p:spPr>
          <a:xfrm>
            <a:off x="5907277" y="4724419"/>
            <a:ext cx="479809" cy="417225"/>
          </a:xfrm>
          <a:prstGeom prst="rect">
            <a:avLst/>
          </a:prstGeom>
          <a:noFill/>
          <a:ln>
            <a:noFill/>
          </a:ln>
        </p:spPr>
      </p:pic>
      <p:pic>
        <p:nvPicPr>
          <p:cNvPr id="29" name="Google Shape;29;p4"/>
          <p:cNvPicPr preferRelativeResize="0"/>
          <p:nvPr/>
        </p:nvPicPr>
        <p:blipFill rotWithShape="1">
          <a:blip r:embed="rId7">
            <a:alphaModFix/>
          </a:blip>
          <a:srcRect/>
          <a:stretch/>
        </p:blipFill>
        <p:spPr>
          <a:xfrm>
            <a:off x="6851138" y="4672266"/>
            <a:ext cx="542391" cy="521530"/>
          </a:xfrm>
          <a:prstGeom prst="rect">
            <a:avLst/>
          </a:prstGeom>
          <a:noFill/>
          <a:ln>
            <a:noFill/>
          </a:ln>
        </p:spPr>
      </p:pic>
      <p:pic>
        <p:nvPicPr>
          <p:cNvPr id="30" name="Google Shape;30;p4"/>
          <p:cNvPicPr preferRelativeResize="0"/>
          <p:nvPr/>
        </p:nvPicPr>
        <p:blipFill rotWithShape="1">
          <a:blip r:embed="rId8">
            <a:alphaModFix/>
          </a:blip>
          <a:srcRect/>
          <a:stretch/>
        </p:blipFill>
        <p:spPr>
          <a:xfrm>
            <a:off x="1789515" y="5760513"/>
            <a:ext cx="448516" cy="500669"/>
          </a:xfrm>
          <a:prstGeom prst="rect">
            <a:avLst/>
          </a:prstGeom>
          <a:noFill/>
          <a:ln>
            <a:noFill/>
          </a:ln>
        </p:spPr>
      </p:pic>
      <p:pic>
        <p:nvPicPr>
          <p:cNvPr id="31" name="Google Shape;31;p4"/>
          <p:cNvPicPr preferRelativeResize="0"/>
          <p:nvPr/>
        </p:nvPicPr>
        <p:blipFill rotWithShape="1">
          <a:blip r:embed="rId9">
            <a:alphaModFix/>
          </a:blip>
          <a:srcRect/>
          <a:stretch/>
        </p:blipFill>
        <p:spPr>
          <a:xfrm>
            <a:off x="703132" y="5791804"/>
            <a:ext cx="542393" cy="438086"/>
          </a:xfrm>
          <a:prstGeom prst="rect">
            <a:avLst/>
          </a:prstGeom>
          <a:noFill/>
          <a:ln>
            <a:noFill/>
          </a:ln>
        </p:spPr>
      </p:pic>
      <p:pic>
        <p:nvPicPr>
          <p:cNvPr id="32" name="Google Shape;32;p4"/>
          <p:cNvPicPr preferRelativeResize="0"/>
          <p:nvPr/>
        </p:nvPicPr>
        <p:blipFill rotWithShape="1">
          <a:blip r:embed="rId10">
            <a:alphaModFix/>
          </a:blip>
          <a:srcRect/>
          <a:stretch/>
        </p:blipFill>
        <p:spPr>
          <a:xfrm>
            <a:off x="2782021" y="5731828"/>
            <a:ext cx="443301" cy="558038"/>
          </a:xfrm>
          <a:prstGeom prst="rect">
            <a:avLst/>
          </a:prstGeom>
          <a:noFill/>
          <a:ln>
            <a:noFill/>
          </a:ln>
        </p:spPr>
      </p:pic>
      <p:pic>
        <p:nvPicPr>
          <p:cNvPr id="33" name="Google Shape;33;p4"/>
          <p:cNvPicPr preferRelativeResize="0"/>
          <p:nvPr/>
        </p:nvPicPr>
        <p:blipFill rotWithShape="1">
          <a:blip r:embed="rId11">
            <a:alphaModFix/>
          </a:blip>
          <a:srcRect/>
          <a:stretch/>
        </p:blipFill>
        <p:spPr>
          <a:xfrm>
            <a:off x="4853897" y="4745280"/>
            <a:ext cx="589329" cy="375502"/>
          </a:xfrm>
          <a:prstGeom prst="rect">
            <a:avLst/>
          </a:prstGeom>
          <a:noFill/>
          <a:ln>
            <a:noFill/>
          </a:ln>
        </p:spPr>
      </p:pic>
      <p:pic>
        <p:nvPicPr>
          <p:cNvPr id="34" name="Google Shape;34;p4"/>
          <p:cNvPicPr preferRelativeResize="0"/>
          <p:nvPr/>
        </p:nvPicPr>
        <p:blipFill rotWithShape="1">
          <a:blip r:embed="rId12">
            <a:alphaModFix/>
          </a:blip>
          <a:srcRect/>
          <a:stretch/>
        </p:blipFill>
        <p:spPr>
          <a:xfrm>
            <a:off x="3769312" y="5770943"/>
            <a:ext cx="500669" cy="479808"/>
          </a:xfrm>
          <a:prstGeom prst="rect">
            <a:avLst/>
          </a:prstGeom>
          <a:noFill/>
          <a:ln>
            <a:noFill/>
          </a:ln>
        </p:spPr>
      </p:pic>
      <p:pic>
        <p:nvPicPr>
          <p:cNvPr id="35" name="Google Shape;35;p4"/>
          <p:cNvPicPr preferRelativeResize="0"/>
          <p:nvPr/>
        </p:nvPicPr>
        <p:blipFill rotWithShape="1">
          <a:blip r:embed="rId13">
            <a:alphaModFix/>
          </a:blip>
          <a:srcRect/>
          <a:stretch/>
        </p:blipFill>
        <p:spPr>
          <a:xfrm>
            <a:off x="7937519" y="5768335"/>
            <a:ext cx="542393" cy="485024"/>
          </a:xfrm>
          <a:prstGeom prst="rect">
            <a:avLst/>
          </a:prstGeom>
          <a:noFill/>
          <a:ln>
            <a:noFill/>
          </a:ln>
        </p:spPr>
      </p:pic>
      <p:pic>
        <p:nvPicPr>
          <p:cNvPr id="36" name="Google Shape;36;p4"/>
          <p:cNvPicPr preferRelativeResize="0"/>
          <p:nvPr/>
        </p:nvPicPr>
        <p:blipFill rotWithShape="1">
          <a:blip r:embed="rId14">
            <a:alphaModFix/>
          </a:blip>
          <a:srcRect/>
          <a:stretch/>
        </p:blipFill>
        <p:spPr>
          <a:xfrm>
            <a:off x="10068560" y="5734436"/>
            <a:ext cx="417225" cy="552823"/>
          </a:xfrm>
          <a:prstGeom prst="rect">
            <a:avLst/>
          </a:prstGeom>
          <a:noFill/>
          <a:ln>
            <a:noFill/>
          </a:ln>
        </p:spPr>
      </p:pic>
      <p:pic>
        <p:nvPicPr>
          <p:cNvPr id="37" name="Google Shape;37;p4"/>
          <p:cNvPicPr preferRelativeResize="0"/>
          <p:nvPr/>
        </p:nvPicPr>
        <p:blipFill rotWithShape="1">
          <a:blip r:embed="rId15">
            <a:alphaModFix/>
          </a:blip>
          <a:srcRect/>
          <a:stretch/>
        </p:blipFill>
        <p:spPr>
          <a:xfrm>
            <a:off x="4813971" y="5734436"/>
            <a:ext cx="521531" cy="552823"/>
          </a:xfrm>
          <a:prstGeom prst="rect">
            <a:avLst/>
          </a:prstGeom>
          <a:noFill/>
          <a:ln>
            <a:noFill/>
          </a:ln>
        </p:spPr>
      </p:pic>
      <p:pic>
        <p:nvPicPr>
          <p:cNvPr id="38" name="Google Shape;38;p4"/>
          <p:cNvPicPr preferRelativeResize="0"/>
          <p:nvPr/>
        </p:nvPicPr>
        <p:blipFill rotWithShape="1">
          <a:blip r:embed="rId16">
            <a:alphaModFix/>
          </a:blip>
          <a:srcRect/>
          <a:stretch/>
        </p:blipFill>
        <p:spPr>
          <a:xfrm>
            <a:off x="5879492" y="5823096"/>
            <a:ext cx="521531" cy="375502"/>
          </a:xfrm>
          <a:prstGeom prst="rect">
            <a:avLst/>
          </a:prstGeom>
          <a:noFill/>
          <a:ln>
            <a:noFill/>
          </a:ln>
        </p:spPr>
      </p:pic>
      <p:pic>
        <p:nvPicPr>
          <p:cNvPr id="39" name="Google Shape;39;p4"/>
          <p:cNvPicPr preferRelativeResize="0"/>
          <p:nvPr/>
        </p:nvPicPr>
        <p:blipFill rotWithShape="1">
          <a:blip r:embed="rId17">
            <a:alphaModFix/>
          </a:blip>
          <a:srcRect/>
          <a:stretch/>
        </p:blipFill>
        <p:spPr>
          <a:xfrm>
            <a:off x="6945013" y="5760513"/>
            <a:ext cx="448516" cy="500669"/>
          </a:xfrm>
          <a:prstGeom prst="rect">
            <a:avLst/>
          </a:prstGeom>
          <a:noFill/>
          <a:ln>
            <a:noFill/>
          </a:ln>
        </p:spPr>
      </p:pic>
      <p:pic>
        <p:nvPicPr>
          <p:cNvPr id="40" name="Google Shape;40;p4"/>
          <p:cNvPicPr preferRelativeResize="0"/>
          <p:nvPr/>
        </p:nvPicPr>
        <p:blipFill rotWithShape="1">
          <a:blip r:embed="rId18">
            <a:alphaModFix/>
          </a:blip>
          <a:srcRect/>
          <a:stretch/>
        </p:blipFill>
        <p:spPr>
          <a:xfrm>
            <a:off x="9023902" y="5823096"/>
            <a:ext cx="500670" cy="375502"/>
          </a:xfrm>
          <a:prstGeom prst="rect">
            <a:avLst/>
          </a:prstGeom>
          <a:noFill/>
          <a:ln>
            <a:noFill/>
          </a:ln>
        </p:spPr>
      </p:pic>
      <p:cxnSp>
        <p:nvCxnSpPr>
          <p:cNvPr id="42" name="Google Shape;42;p4"/>
          <p:cNvCxnSpPr/>
          <p:nvPr/>
        </p:nvCxnSpPr>
        <p:spPr>
          <a:xfrm rot="10800000">
            <a:off x="8330959" y="4008910"/>
            <a:ext cx="3122762" cy="0"/>
          </a:xfrm>
          <a:prstGeom prst="straightConnector1">
            <a:avLst/>
          </a:prstGeom>
          <a:noFill/>
          <a:ln w="9525" cap="rnd" cmpd="sng">
            <a:solidFill>
              <a:schemeClr val="lt1"/>
            </a:solidFill>
            <a:prstDash val="dot"/>
            <a:round/>
            <a:headEnd type="oval" w="med" len="med"/>
            <a:tailEnd type="oval" w="med" len="med"/>
          </a:ln>
        </p:spPr>
      </p:cxn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12_Пустой слайд">
  <p:cSld name="12_Пустой слайд">
    <p:bg>
      <p:bgPr>
        <a:solidFill>
          <a:srgbClr val="F2F2F2"/>
        </a:solidFill>
        <a:effectLst/>
      </p:bgPr>
    </p:bg>
    <p:spTree>
      <p:nvGrpSpPr>
        <p:cNvPr id="1" name="Shape 62"/>
        <p:cNvGrpSpPr/>
        <p:nvPr/>
      </p:nvGrpSpPr>
      <p:grpSpPr>
        <a:xfrm>
          <a:off x="0" y="0"/>
          <a:ext cx="0" cy="0"/>
          <a:chOff x="0" y="0"/>
          <a:chExt cx="0" cy="0"/>
        </a:xfrm>
      </p:grpSpPr>
      <p:sp>
        <p:nvSpPr>
          <p:cNvPr id="63" name="Google Shape;63;p5"/>
          <p:cNvSpPr/>
          <p:nvPr/>
        </p:nvSpPr>
        <p:spPr>
          <a:xfrm>
            <a:off x="0" y="0"/>
            <a:ext cx="12192000" cy="6857999"/>
          </a:xfrm>
          <a:prstGeom prst="rect">
            <a:avLst/>
          </a:prstGeom>
          <a:gradFill>
            <a:gsLst>
              <a:gs pos="0">
                <a:srgbClr val="004CA5"/>
              </a:gs>
              <a:gs pos="72000">
                <a:srgbClr val="0D267A"/>
              </a:gs>
              <a:gs pos="99000">
                <a:srgbClr val="122176"/>
              </a:gs>
              <a:gs pos="100000">
                <a:srgbClr val="122176"/>
              </a:gs>
            </a:gsLst>
            <a:lin ang="19199999"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64" name="Google Shape;64;p5"/>
          <p:cNvSpPr txBox="1">
            <a:spLocks noGrp="1"/>
          </p:cNvSpPr>
          <p:nvPr>
            <p:ph type="title"/>
          </p:nvPr>
        </p:nvSpPr>
        <p:spPr>
          <a:xfrm>
            <a:off x="602226" y="503596"/>
            <a:ext cx="10515600" cy="526307"/>
          </a:xfrm>
          <a:prstGeom prst="rect">
            <a:avLst/>
          </a:prstGeom>
          <a:noFill/>
          <a:ln>
            <a:noFill/>
          </a:ln>
        </p:spPr>
        <p:txBody>
          <a:bodyPr spcFirstLastPara="1" wrap="square" lIns="91425" tIns="45700" rIns="91425" bIns="45700" anchor="t" anchorCtr="0">
            <a:noAutofit/>
          </a:bodyPr>
          <a:lstStyle>
            <a:lvl1pPr marR="0" lvl="0" algn="l" rtl="0">
              <a:lnSpc>
                <a:spcPct val="90000"/>
              </a:lnSpc>
              <a:spcBef>
                <a:spcPts val="0"/>
              </a:spcBef>
              <a:spcAft>
                <a:spcPts val="0"/>
              </a:spcAft>
              <a:buClr>
                <a:schemeClr val="lt1"/>
              </a:buClr>
              <a:buSzPts val="2800"/>
              <a:buFont typeface="Play"/>
              <a:buNone/>
              <a:defRPr sz="2800" b="0" i="0" u="none" strike="noStrike" cap="none">
                <a:solidFill>
                  <a:schemeClr val="lt1"/>
                </a:solidFill>
                <a:latin typeface="Play"/>
                <a:ea typeface="Play"/>
                <a:cs typeface="Play"/>
                <a:sym typeface="Pla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15_Пустой слайд">
  <p:cSld name="15_Пустой слайд">
    <p:bg>
      <p:bgPr>
        <a:solidFill>
          <a:srgbClr val="F2F2F2"/>
        </a:solidFill>
        <a:effectLst/>
      </p:bgPr>
    </p:bg>
    <p:spTree>
      <p:nvGrpSpPr>
        <p:cNvPr id="1" name="Shape 65"/>
        <p:cNvGrpSpPr/>
        <p:nvPr/>
      </p:nvGrpSpPr>
      <p:grpSpPr>
        <a:xfrm>
          <a:off x="0" y="0"/>
          <a:ext cx="0" cy="0"/>
          <a:chOff x="0" y="0"/>
          <a:chExt cx="0" cy="0"/>
        </a:xfrm>
      </p:grpSpPr>
      <p:sp>
        <p:nvSpPr>
          <p:cNvPr id="66" name="Google Shape;66;p6"/>
          <p:cNvSpPr/>
          <p:nvPr/>
        </p:nvSpPr>
        <p:spPr>
          <a:xfrm>
            <a:off x="0" y="0"/>
            <a:ext cx="12192000" cy="6857999"/>
          </a:xfrm>
          <a:prstGeom prst="rect">
            <a:avLst/>
          </a:prstGeom>
          <a:gradFill>
            <a:gsLst>
              <a:gs pos="0">
                <a:srgbClr val="004CA5"/>
              </a:gs>
              <a:gs pos="72000">
                <a:srgbClr val="0D267A"/>
              </a:gs>
              <a:gs pos="99000">
                <a:srgbClr val="122176"/>
              </a:gs>
              <a:gs pos="100000">
                <a:srgbClr val="122176"/>
              </a:gs>
            </a:gsLst>
            <a:lin ang="19199999"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67" name="Google Shape;67;p6"/>
          <p:cNvSpPr txBox="1">
            <a:spLocks noGrp="1"/>
          </p:cNvSpPr>
          <p:nvPr>
            <p:ph type="title"/>
          </p:nvPr>
        </p:nvSpPr>
        <p:spPr>
          <a:xfrm>
            <a:off x="602226" y="503596"/>
            <a:ext cx="10515600" cy="1139467"/>
          </a:xfrm>
          <a:prstGeom prst="rect">
            <a:avLst/>
          </a:prstGeom>
          <a:noFill/>
          <a:ln>
            <a:noFill/>
          </a:ln>
        </p:spPr>
        <p:txBody>
          <a:bodyPr spcFirstLastPara="1" wrap="square" lIns="91425" tIns="45700" rIns="91425" bIns="45700" anchor="t" anchorCtr="0">
            <a:noAutofit/>
          </a:bodyPr>
          <a:lstStyle>
            <a:lvl1pPr marR="0" lvl="0" algn="l" rtl="0">
              <a:lnSpc>
                <a:spcPct val="90000"/>
              </a:lnSpc>
              <a:spcBef>
                <a:spcPts val="0"/>
              </a:spcBef>
              <a:spcAft>
                <a:spcPts val="0"/>
              </a:spcAft>
              <a:buClr>
                <a:schemeClr val="lt1"/>
              </a:buClr>
              <a:buSzPts val="2800"/>
              <a:buFont typeface="Play"/>
              <a:buNone/>
              <a:defRPr sz="2800" b="0" i="0" u="none" strike="noStrike" cap="none">
                <a:solidFill>
                  <a:schemeClr val="lt1"/>
                </a:solidFill>
                <a:latin typeface="Play"/>
                <a:ea typeface="Play"/>
                <a:cs typeface="Play"/>
                <a:sym typeface="Pla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8" name="Google Shape;68;p6"/>
          <p:cNvSpPr txBox="1">
            <a:spLocks noGrp="1"/>
          </p:cNvSpPr>
          <p:nvPr>
            <p:ph type="body" idx="1"/>
          </p:nvPr>
        </p:nvSpPr>
        <p:spPr>
          <a:xfrm>
            <a:off x="630238" y="1643063"/>
            <a:ext cx="10487588" cy="4630737"/>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30000"/>
              </a:lnSpc>
              <a:spcBef>
                <a:spcPts val="0"/>
              </a:spcBef>
              <a:spcAft>
                <a:spcPts val="0"/>
              </a:spcAft>
              <a:buClr>
                <a:schemeClr val="lt1"/>
              </a:buClr>
              <a:buSzPts val="1400"/>
              <a:buFont typeface="Arial"/>
              <a:buNone/>
              <a:defRPr sz="1400" b="0" i="0" u="none" strike="noStrike" cap="none">
                <a:solidFill>
                  <a:schemeClr val="lt1"/>
                </a:solidFill>
                <a:latin typeface="Arial"/>
                <a:ea typeface="Arial"/>
                <a:cs typeface="Arial"/>
                <a:sym typeface="Arial"/>
              </a:defRPr>
            </a:lvl1pPr>
            <a:lvl2pPr marL="914400" marR="0" lvl="1" indent="-228600" algn="l" rtl="0">
              <a:lnSpc>
                <a:spcPct val="130000"/>
              </a:lnSpc>
              <a:spcBef>
                <a:spcPts val="800"/>
              </a:spcBef>
              <a:spcAft>
                <a:spcPts val="0"/>
              </a:spcAft>
              <a:buClr>
                <a:schemeClr val="lt1"/>
              </a:buClr>
              <a:buSzPts val="1200"/>
              <a:buFont typeface="Arial"/>
              <a:buNone/>
              <a:defRPr sz="1200" b="0" i="0" u="none" strike="noStrike" cap="none">
                <a:solidFill>
                  <a:schemeClr val="lt1"/>
                </a:solidFill>
                <a:latin typeface="Arial"/>
                <a:ea typeface="Arial"/>
                <a:cs typeface="Arial"/>
                <a:sym typeface="Arial"/>
              </a:defRPr>
            </a:lvl2pPr>
            <a:lvl3pPr marL="1371600" marR="0" lvl="2" indent="-228600" algn="l" rtl="0">
              <a:lnSpc>
                <a:spcPct val="130000"/>
              </a:lnSpc>
              <a:spcBef>
                <a:spcPts val="800"/>
              </a:spcBef>
              <a:spcAft>
                <a:spcPts val="0"/>
              </a:spcAft>
              <a:buClr>
                <a:schemeClr val="lt1"/>
              </a:buClr>
              <a:buSzPts val="1100"/>
              <a:buFont typeface="Arial"/>
              <a:buNone/>
              <a:defRPr sz="1100" b="0" i="0" u="none" strike="noStrike" cap="none">
                <a:solidFill>
                  <a:schemeClr val="lt1"/>
                </a:solidFill>
                <a:latin typeface="Arial"/>
                <a:ea typeface="Arial"/>
                <a:cs typeface="Arial"/>
                <a:sym typeface="Arial"/>
              </a:defRPr>
            </a:lvl3pPr>
            <a:lvl4pPr marL="1828800" marR="0" lvl="3" indent="-228600" algn="l" rtl="0">
              <a:lnSpc>
                <a:spcPct val="130000"/>
              </a:lnSpc>
              <a:spcBef>
                <a:spcPts val="800"/>
              </a:spcBef>
              <a:spcAft>
                <a:spcPts val="0"/>
              </a:spcAft>
              <a:buClr>
                <a:schemeClr val="lt1"/>
              </a:buClr>
              <a:buSzPts val="1050"/>
              <a:buFont typeface="Arial"/>
              <a:buNone/>
              <a:defRPr sz="1050" b="0" i="0" u="none" strike="noStrike" cap="none">
                <a:solidFill>
                  <a:schemeClr val="lt1"/>
                </a:solidFill>
                <a:latin typeface="Arial"/>
                <a:ea typeface="Arial"/>
                <a:cs typeface="Arial"/>
                <a:sym typeface="Arial"/>
              </a:defRPr>
            </a:lvl4pPr>
            <a:lvl5pPr marL="2286000" marR="0" lvl="4" indent="-228600" algn="l" rtl="0">
              <a:lnSpc>
                <a:spcPct val="130000"/>
              </a:lnSpc>
              <a:spcBef>
                <a:spcPts val="800"/>
              </a:spcBef>
              <a:spcAft>
                <a:spcPts val="0"/>
              </a:spcAft>
              <a:buClr>
                <a:schemeClr val="lt1"/>
              </a:buClr>
              <a:buSzPts val="1050"/>
              <a:buFont typeface="Arial"/>
              <a:buNone/>
              <a:defRPr sz="1050" b="0" i="0" u="none" strike="noStrike" cap="none">
                <a:solidFill>
                  <a:schemeClr val="lt1"/>
                </a:solidFill>
                <a:latin typeface="Arial"/>
                <a:ea typeface="Arial"/>
                <a:cs typeface="Arial"/>
                <a:sym typeface="Arial"/>
              </a:defRPr>
            </a:lvl5pPr>
            <a:lvl6pPr marL="2743200" marR="0" lvl="5" indent="-342900" algn="l" rtl="0">
              <a:lnSpc>
                <a:spcPct val="90000"/>
              </a:lnSpc>
              <a:spcBef>
                <a:spcPts val="8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14_Пустой слайд">
  <p:cSld name="14_Пустой слайд">
    <p:bg>
      <p:bgPr>
        <a:solidFill>
          <a:srgbClr val="F2F2F2"/>
        </a:solidFill>
        <a:effectLst/>
      </p:bgPr>
    </p:bg>
    <p:spTree>
      <p:nvGrpSpPr>
        <p:cNvPr id="1" name="Shape 69"/>
        <p:cNvGrpSpPr/>
        <p:nvPr/>
      </p:nvGrpSpPr>
      <p:grpSpPr>
        <a:xfrm>
          <a:off x="0" y="0"/>
          <a:ext cx="0" cy="0"/>
          <a:chOff x="0" y="0"/>
          <a:chExt cx="0" cy="0"/>
        </a:xfrm>
      </p:grpSpPr>
      <p:sp>
        <p:nvSpPr>
          <p:cNvPr id="70" name="Google Shape;70;p7"/>
          <p:cNvSpPr/>
          <p:nvPr/>
        </p:nvSpPr>
        <p:spPr>
          <a:xfrm>
            <a:off x="0" y="0"/>
            <a:ext cx="12192000" cy="6857999"/>
          </a:xfrm>
          <a:prstGeom prst="rect">
            <a:avLst/>
          </a:prstGeom>
          <a:gradFill>
            <a:gsLst>
              <a:gs pos="0">
                <a:srgbClr val="004CA5"/>
              </a:gs>
              <a:gs pos="72000">
                <a:srgbClr val="0D267A"/>
              </a:gs>
              <a:gs pos="99000">
                <a:srgbClr val="122176"/>
              </a:gs>
              <a:gs pos="100000">
                <a:srgbClr val="122176"/>
              </a:gs>
            </a:gsLst>
            <a:lin ang="19199999"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71" name="Google Shape;71;p7"/>
          <p:cNvSpPr txBox="1">
            <a:spLocks noGrp="1"/>
          </p:cNvSpPr>
          <p:nvPr>
            <p:ph type="body" idx="1"/>
          </p:nvPr>
        </p:nvSpPr>
        <p:spPr>
          <a:xfrm>
            <a:off x="630238" y="1643063"/>
            <a:ext cx="6327024" cy="4630737"/>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30000"/>
              </a:lnSpc>
              <a:spcBef>
                <a:spcPts val="0"/>
              </a:spcBef>
              <a:spcAft>
                <a:spcPts val="0"/>
              </a:spcAft>
              <a:buClr>
                <a:schemeClr val="lt1"/>
              </a:buClr>
              <a:buSzPts val="1400"/>
              <a:buFont typeface="Arial"/>
              <a:buNone/>
              <a:defRPr sz="1400" b="0" i="0" u="none" strike="noStrike" cap="none">
                <a:solidFill>
                  <a:schemeClr val="lt1"/>
                </a:solidFill>
                <a:latin typeface="Arial"/>
                <a:ea typeface="Arial"/>
                <a:cs typeface="Arial"/>
                <a:sym typeface="Arial"/>
              </a:defRPr>
            </a:lvl1pPr>
            <a:lvl2pPr marL="914400" marR="0" lvl="1" indent="-228600" algn="l" rtl="0">
              <a:lnSpc>
                <a:spcPct val="130000"/>
              </a:lnSpc>
              <a:spcBef>
                <a:spcPts val="800"/>
              </a:spcBef>
              <a:spcAft>
                <a:spcPts val="0"/>
              </a:spcAft>
              <a:buClr>
                <a:schemeClr val="lt1"/>
              </a:buClr>
              <a:buSzPts val="1200"/>
              <a:buFont typeface="Arial"/>
              <a:buNone/>
              <a:defRPr sz="1200" b="0" i="0" u="none" strike="noStrike" cap="none">
                <a:solidFill>
                  <a:schemeClr val="lt1"/>
                </a:solidFill>
                <a:latin typeface="Arial"/>
                <a:ea typeface="Arial"/>
                <a:cs typeface="Arial"/>
                <a:sym typeface="Arial"/>
              </a:defRPr>
            </a:lvl2pPr>
            <a:lvl3pPr marL="1371600" marR="0" lvl="2" indent="-228600" algn="l" rtl="0">
              <a:lnSpc>
                <a:spcPct val="130000"/>
              </a:lnSpc>
              <a:spcBef>
                <a:spcPts val="800"/>
              </a:spcBef>
              <a:spcAft>
                <a:spcPts val="0"/>
              </a:spcAft>
              <a:buClr>
                <a:schemeClr val="lt1"/>
              </a:buClr>
              <a:buSzPts val="1100"/>
              <a:buFont typeface="Arial"/>
              <a:buNone/>
              <a:defRPr sz="1100" b="0" i="0" u="none" strike="noStrike" cap="none">
                <a:solidFill>
                  <a:schemeClr val="lt1"/>
                </a:solidFill>
                <a:latin typeface="Arial"/>
                <a:ea typeface="Arial"/>
                <a:cs typeface="Arial"/>
                <a:sym typeface="Arial"/>
              </a:defRPr>
            </a:lvl3pPr>
            <a:lvl4pPr marL="1828800" marR="0" lvl="3" indent="-228600" algn="l" rtl="0">
              <a:lnSpc>
                <a:spcPct val="130000"/>
              </a:lnSpc>
              <a:spcBef>
                <a:spcPts val="800"/>
              </a:spcBef>
              <a:spcAft>
                <a:spcPts val="0"/>
              </a:spcAft>
              <a:buClr>
                <a:schemeClr val="lt1"/>
              </a:buClr>
              <a:buSzPts val="1050"/>
              <a:buFont typeface="Arial"/>
              <a:buNone/>
              <a:defRPr sz="1050" b="0" i="0" u="none" strike="noStrike" cap="none">
                <a:solidFill>
                  <a:schemeClr val="lt1"/>
                </a:solidFill>
                <a:latin typeface="Arial"/>
                <a:ea typeface="Arial"/>
                <a:cs typeface="Arial"/>
                <a:sym typeface="Arial"/>
              </a:defRPr>
            </a:lvl4pPr>
            <a:lvl5pPr marL="2286000" marR="0" lvl="4" indent="-228600" algn="l" rtl="0">
              <a:lnSpc>
                <a:spcPct val="130000"/>
              </a:lnSpc>
              <a:spcBef>
                <a:spcPts val="800"/>
              </a:spcBef>
              <a:spcAft>
                <a:spcPts val="0"/>
              </a:spcAft>
              <a:buClr>
                <a:schemeClr val="lt1"/>
              </a:buClr>
              <a:buSzPts val="1050"/>
              <a:buFont typeface="Arial"/>
              <a:buNone/>
              <a:defRPr sz="1050" b="0" i="0" u="none" strike="noStrike" cap="none">
                <a:solidFill>
                  <a:schemeClr val="lt1"/>
                </a:solidFill>
                <a:latin typeface="Arial"/>
                <a:ea typeface="Arial"/>
                <a:cs typeface="Arial"/>
                <a:sym typeface="Arial"/>
              </a:defRPr>
            </a:lvl5pPr>
            <a:lvl6pPr marL="2743200" marR="0" lvl="5" indent="-342900" algn="l" rtl="0">
              <a:lnSpc>
                <a:spcPct val="90000"/>
              </a:lnSpc>
              <a:spcBef>
                <a:spcPts val="8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72" name="Google Shape;72;p7"/>
          <p:cNvSpPr txBox="1">
            <a:spLocks noGrp="1"/>
          </p:cNvSpPr>
          <p:nvPr>
            <p:ph type="body" idx="2"/>
          </p:nvPr>
        </p:nvSpPr>
        <p:spPr>
          <a:xfrm>
            <a:off x="8102600" y="1860370"/>
            <a:ext cx="2882900" cy="4021141"/>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30000"/>
              </a:lnSpc>
              <a:spcBef>
                <a:spcPts val="0"/>
              </a:spcBef>
              <a:spcAft>
                <a:spcPts val="0"/>
              </a:spcAft>
              <a:buClr>
                <a:schemeClr val="lt1"/>
              </a:buClr>
              <a:buSzPts val="1800"/>
              <a:buFont typeface="Arial"/>
              <a:buNone/>
              <a:defRPr sz="1800" b="0" i="0" u="none" strike="noStrike" cap="none">
                <a:solidFill>
                  <a:schemeClr val="lt1"/>
                </a:solidFill>
                <a:latin typeface="Arial"/>
                <a:ea typeface="Arial"/>
                <a:cs typeface="Arial"/>
                <a:sym typeface="Arial"/>
              </a:defRPr>
            </a:lvl1pPr>
            <a:lvl2pPr marL="914400" marR="0" lvl="1" indent="-228600" algn="l" rtl="0">
              <a:lnSpc>
                <a:spcPct val="130000"/>
              </a:lnSpc>
              <a:spcBef>
                <a:spcPts val="800"/>
              </a:spcBef>
              <a:spcAft>
                <a:spcPts val="0"/>
              </a:spcAft>
              <a:buClr>
                <a:schemeClr val="dk1"/>
              </a:buClr>
              <a:buSzPts val="1800"/>
              <a:buFont typeface="Arial"/>
              <a:buNone/>
              <a:defRPr sz="1800" b="0" i="0" u="none" strike="noStrike" cap="none">
                <a:solidFill>
                  <a:schemeClr val="dk1"/>
                </a:solidFill>
                <a:latin typeface="Arial"/>
                <a:ea typeface="Arial"/>
                <a:cs typeface="Arial"/>
                <a:sym typeface="Arial"/>
              </a:defRPr>
            </a:lvl2pPr>
            <a:lvl3pPr marL="1371600" marR="0" lvl="2" indent="-228600" algn="l" rtl="0">
              <a:lnSpc>
                <a:spcPct val="130000"/>
              </a:lnSpc>
              <a:spcBef>
                <a:spcPts val="800"/>
              </a:spcBef>
              <a:spcAft>
                <a:spcPts val="0"/>
              </a:spcAft>
              <a:buClr>
                <a:schemeClr val="dk1"/>
              </a:buClr>
              <a:buSzPts val="1800"/>
              <a:buFont typeface="Arial"/>
              <a:buNone/>
              <a:defRPr sz="1800" b="0" i="0" u="none" strike="noStrike" cap="none">
                <a:solidFill>
                  <a:schemeClr val="dk1"/>
                </a:solidFill>
                <a:latin typeface="Arial"/>
                <a:ea typeface="Arial"/>
                <a:cs typeface="Arial"/>
                <a:sym typeface="Arial"/>
              </a:defRPr>
            </a:lvl3pPr>
            <a:lvl4pPr marL="1828800" marR="0" lvl="3" indent="-228600" algn="l" rtl="0">
              <a:lnSpc>
                <a:spcPct val="130000"/>
              </a:lnSpc>
              <a:spcBef>
                <a:spcPts val="800"/>
              </a:spcBef>
              <a:spcAft>
                <a:spcPts val="0"/>
              </a:spcAft>
              <a:buClr>
                <a:schemeClr val="dk1"/>
              </a:buClr>
              <a:buSzPts val="1800"/>
              <a:buFont typeface="Arial"/>
              <a:buNone/>
              <a:defRPr sz="1800" b="0" i="0" u="none" strike="noStrike" cap="none">
                <a:solidFill>
                  <a:schemeClr val="dk1"/>
                </a:solidFill>
                <a:latin typeface="Arial"/>
                <a:ea typeface="Arial"/>
                <a:cs typeface="Arial"/>
                <a:sym typeface="Arial"/>
              </a:defRPr>
            </a:lvl4pPr>
            <a:lvl5pPr marL="2286000" marR="0" lvl="4" indent="-228600" algn="l" rtl="0">
              <a:lnSpc>
                <a:spcPct val="130000"/>
              </a:lnSpc>
              <a:spcBef>
                <a:spcPts val="800"/>
              </a:spcBef>
              <a:spcAft>
                <a:spcPts val="0"/>
              </a:spcAft>
              <a:buClr>
                <a:schemeClr val="dk1"/>
              </a:buClr>
              <a:buSzPts val="1800"/>
              <a:buFont typeface="Arial"/>
              <a:buNone/>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8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73" name="Google Shape;73;p7"/>
          <p:cNvSpPr txBox="1">
            <a:spLocks noGrp="1"/>
          </p:cNvSpPr>
          <p:nvPr>
            <p:ph type="title"/>
          </p:nvPr>
        </p:nvSpPr>
        <p:spPr>
          <a:xfrm>
            <a:off x="602226" y="503596"/>
            <a:ext cx="10515600" cy="1325563"/>
          </a:xfrm>
          <a:prstGeom prst="rect">
            <a:avLst/>
          </a:prstGeom>
          <a:noFill/>
          <a:ln>
            <a:noFill/>
          </a:ln>
        </p:spPr>
        <p:txBody>
          <a:bodyPr spcFirstLastPara="1" wrap="square" lIns="91425" tIns="45700" rIns="91425" bIns="45700" anchor="t" anchorCtr="0">
            <a:noAutofit/>
          </a:bodyPr>
          <a:lstStyle>
            <a:lvl1pPr marR="0" lvl="0" algn="l" rtl="0">
              <a:lnSpc>
                <a:spcPct val="90000"/>
              </a:lnSpc>
              <a:spcBef>
                <a:spcPts val="0"/>
              </a:spcBef>
              <a:spcAft>
                <a:spcPts val="0"/>
              </a:spcAft>
              <a:buClr>
                <a:schemeClr val="lt1"/>
              </a:buClr>
              <a:buSzPts val="2800"/>
              <a:buFont typeface="Play"/>
              <a:buNone/>
              <a:defRPr sz="2800" b="0" i="0" u="none" strike="noStrike" cap="none">
                <a:solidFill>
                  <a:schemeClr val="lt1"/>
                </a:solidFill>
                <a:latin typeface="Play"/>
                <a:ea typeface="Play"/>
                <a:cs typeface="Play"/>
                <a:sym typeface="Pla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1_Пользовательский макет">
  <p:cSld name="1_Пользовательский макет">
    <p:spTree>
      <p:nvGrpSpPr>
        <p:cNvPr id="1" name="Shape 74"/>
        <p:cNvGrpSpPr/>
        <p:nvPr/>
      </p:nvGrpSpPr>
      <p:grpSpPr>
        <a:xfrm>
          <a:off x="0" y="0"/>
          <a:ext cx="0" cy="0"/>
          <a:chOff x="0" y="0"/>
          <a:chExt cx="0" cy="0"/>
        </a:xfrm>
      </p:grpSpPr>
      <p:sp>
        <p:nvSpPr>
          <p:cNvPr id="75" name="Google Shape;75;p8"/>
          <p:cNvSpPr/>
          <p:nvPr/>
        </p:nvSpPr>
        <p:spPr>
          <a:xfrm>
            <a:off x="0" y="1"/>
            <a:ext cx="12192000" cy="6857999"/>
          </a:xfrm>
          <a:prstGeom prst="rect">
            <a:avLst/>
          </a:prstGeom>
          <a:gradFill>
            <a:gsLst>
              <a:gs pos="0">
                <a:srgbClr val="004CA5"/>
              </a:gs>
              <a:gs pos="72000">
                <a:srgbClr val="0D267A"/>
              </a:gs>
              <a:gs pos="99000">
                <a:srgbClr val="122176"/>
              </a:gs>
              <a:gs pos="100000">
                <a:srgbClr val="122176"/>
              </a:gs>
            </a:gsLst>
            <a:lin ang="19199999"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76" name="Google Shape;76;p8"/>
          <p:cNvSpPr/>
          <p:nvPr/>
        </p:nvSpPr>
        <p:spPr>
          <a:xfrm>
            <a:off x="1801368" y="676657"/>
            <a:ext cx="2715767" cy="5495543"/>
          </a:xfrm>
          <a:prstGeom prst="roundRect">
            <a:avLst>
              <a:gd name="adj" fmla="val 13637"/>
            </a:avLst>
          </a:prstGeom>
          <a:gradFill>
            <a:gsLst>
              <a:gs pos="0">
                <a:srgbClr val="004CA5"/>
              </a:gs>
              <a:gs pos="72000">
                <a:srgbClr val="0D267A"/>
              </a:gs>
              <a:gs pos="99000">
                <a:srgbClr val="122176"/>
              </a:gs>
              <a:gs pos="100000">
                <a:srgbClr val="122176"/>
              </a:gs>
            </a:gsLst>
            <a:lin ang="19199999"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78" name="Google Shape;78;p8"/>
          <p:cNvSpPr txBox="1"/>
          <p:nvPr/>
        </p:nvSpPr>
        <p:spPr>
          <a:xfrm>
            <a:off x="6546766" y="676657"/>
            <a:ext cx="3960813" cy="1612573"/>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chemeClr val="lt1"/>
              </a:buClr>
              <a:buSzPts val="3000"/>
              <a:buFont typeface="Play"/>
              <a:buNone/>
            </a:pPr>
            <a:r>
              <a:rPr lang="en-US" sz="3000" b="0" i="0">
                <a:solidFill>
                  <a:schemeClr val="lt1"/>
                </a:solidFill>
                <a:latin typeface="Play"/>
                <a:ea typeface="Play"/>
                <a:cs typeface="Play"/>
                <a:sym typeface="Play"/>
              </a:rPr>
              <a:t>Lorem ipsum dolor sit amet consectetur adipiscing elit</a:t>
            </a:r>
            <a:br>
              <a:rPr lang="en-US" sz="3000" b="0" i="0">
                <a:solidFill>
                  <a:schemeClr val="lt1"/>
                </a:solidFill>
                <a:latin typeface="Play"/>
                <a:ea typeface="Play"/>
                <a:cs typeface="Play"/>
                <a:sym typeface="Play"/>
              </a:rPr>
            </a:br>
            <a:endParaRPr sz="3000" b="0" i="0">
              <a:solidFill>
                <a:schemeClr val="lt1"/>
              </a:solidFill>
              <a:latin typeface="Play"/>
              <a:ea typeface="Play"/>
              <a:cs typeface="Play"/>
              <a:sym typeface="Play"/>
            </a:endParaRPr>
          </a:p>
        </p:txBody>
      </p:sp>
      <p:sp>
        <p:nvSpPr>
          <p:cNvPr id="79" name="Google Shape;79;p8"/>
          <p:cNvSpPr txBox="1"/>
          <p:nvPr/>
        </p:nvSpPr>
        <p:spPr>
          <a:xfrm>
            <a:off x="6546766" y="2482596"/>
            <a:ext cx="3960813" cy="364902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chemeClr val="lt1"/>
              </a:buClr>
              <a:buSzPts val="1400"/>
              <a:buFont typeface="Arial"/>
              <a:buNone/>
            </a:pPr>
            <a:r>
              <a:rPr lang="en-US" sz="1400" b="0" i="0">
                <a:solidFill>
                  <a:schemeClr val="lt1"/>
                </a:solidFill>
                <a:latin typeface="Arial"/>
                <a:ea typeface="Arial"/>
                <a:cs typeface="Arial"/>
                <a:sym typeface="Arial"/>
              </a:rPr>
              <a:t>Ut enim ad minim veniam, quis nostrud exercitation nisi ut aliquip ex ea commodo consequat. Duis aute irure dolor in reprehenderit in voluptate velit esse cillum dolore eu fugiat nulla pariatur. in voluptate velit esse cillum dolore eu fugiat nulla pariatur:</a:t>
            </a:r>
            <a:endParaRPr/>
          </a:p>
          <a:p>
            <a:pPr marL="0" marR="0" lvl="0" indent="0" algn="l" rtl="0">
              <a:lnSpc>
                <a:spcPct val="100000"/>
              </a:lnSpc>
              <a:spcBef>
                <a:spcPts val="0"/>
              </a:spcBef>
              <a:spcAft>
                <a:spcPts val="0"/>
              </a:spcAft>
              <a:buClr>
                <a:schemeClr val="dk1"/>
              </a:buClr>
              <a:buSzPts val="1400"/>
              <a:buFont typeface="Arial"/>
              <a:buNone/>
            </a:pPr>
            <a:endParaRPr sz="1400" b="0" i="0">
              <a:solidFill>
                <a:schemeClr val="lt1"/>
              </a:solidFill>
              <a:latin typeface="Arial"/>
              <a:ea typeface="Arial"/>
              <a:cs typeface="Arial"/>
              <a:sym typeface="Arial"/>
            </a:endParaRPr>
          </a:p>
          <a:p>
            <a:pPr marL="228600" marR="0" lvl="0" indent="-228600" algn="l" rtl="0">
              <a:lnSpc>
                <a:spcPct val="100000"/>
              </a:lnSpc>
              <a:spcBef>
                <a:spcPts val="0"/>
              </a:spcBef>
              <a:spcAft>
                <a:spcPts val="0"/>
              </a:spcAft>
              <a:buClr>
                <a:schemeClr val="lt1"/>
              </a:buClr>
              <a:buSzPts val="1400"/>
              <a:buFont typeface="Arial"/>
              <a:buChar char="•"/>
            </a:pPr>
            <a:r>
              <a:rPr lang="en-US" sz="1400" b="0" i="0">
                <a:solidFill>
                  <a:schemeClr val="lt1"/>
                </a:solidFill>
                <a:latin typeface="Arial"/>
                <a:ea typeface="Arial"/>
                <a:cs typeface="Arial"/>
                <a:sym typeface="Arial"/>
              </a:rPr>
              <a:t>in voluptate velit esse cillum dolore eu fugiat nulla pariatur.</a:t>
            </a:r>
            <a:endParaRPr/>
          </a:p>
          <a:p>
            <a:pPr marL="0" marR="0" lvl="0" indent="0" algn="l" rtl="0">
              <a:lnSpc>
                <a:spcPct val="100000"/>
              </a:lnSpc>
              <a:spcBef>
                <a:spcPts val="0"/>
              </a:spcBef>
              <a:spcAft>
                <a:spcPts val="0"/>
              </a:spcAft>
              <a:buClr>
                <a:schemeClr val="dk1"/>
              </a:buClr>
              <a:buSzPts val="1400"/>
              <a:buFont typeface="Arial"/>
              <a:buNone/>
            </a:pPr>
            <a:endParaRPr sz="1400" b="0" i="0">
              <a:solidFill>
                <a:schemeClr val="lt1"/>
              </a:solidFill>
              <a:latin typeface="Arial"/>
              <a:ea typeface="Arial"/>
              <a:cs typeface="Arial"/>
              <a:sym typeface="Arial"/>
            </a:endParaRPr>
          </a:p>
          <a:p>
            <a:pPr marL="228600" marR="0" lvl="0" indent="-228600" algn="l" rtl="0">
              <a:lnSpc>
                <a:spcPct val="100000"/>
              </a:lnSpc>
              <a:spcBef>
                <a:spcPts val="0"/>
              </a:spcBef>
              <a:spcAft>
                <a:spcPts val="0"/>
              </a:spcAft>
              <a:buClr>
                <a:schemeClr val="lt1"/>
              </a:buClr>
              <a:buSzPts val="1400"/>
              <a:buFont typeface="Arial"/>
              <a:buChar char="•"/>
            </a:pPr>
            <a:r>
              <a:rPr lang="en-US" sz="1400" b="0" i="0">
                <a:solidFill>
                  <a:schemeClr val="lt1"/>
                </a:solidFill>
                <a:latin typeface="Arial"/>
                <a:ea typeface="Arial"/>
                <a:cs typeface="Arial"/>
                <a:sym typeface="Arial"/>
              </a:rPr>
              <a:t>in voluptate velit esse cillum dolore eu fugiat nulla pariatur.</a:t>
            </a:r>
            <a:endParaRPr/>
          </a:p>
          <a:p>
            <a:pPr marL="228600" marR="0" lvl="0" indent="-139700" algn="l" rtl="0">
              <a:lnSpc>
                <a:spcPct val="100000"/>
              </a:lnSpc>
              <a:spcBef>
                <a:spcPts val="0"/>
              </a:spcBef>
              <a:spcAft>
                <a:spcPts val="0"/>
              </a:spcAft>
              <a:buClr>
                <a:schemeClr val="dk1"/>
              </a:buClr>
              <a:buSzPts val="1400"/>
              <a:buFont typeface="Arial"/>
              <a:buNone/>
            </a:pPr>
            <a:endParaRPr sz="1400" b="0" i="0">
              <a:solidFill>
                <a:schemeClr val="lt1"/>
              </a:solidFill>
              <a:latin typeface="Arial"/>
              <a:ea typeface="Arial"/>
              <a:cs typeface="Arial"/>
              <a:sym typeface="Arial"/>
            </a:endParaRPr>
          </a:p>
          <a:p>
            <a:pPr marL="228600" marR="0" lvl="0" indent="-228600" algn="l" rtl="0">
              <a:lnSpc>
                <a:spcPct val="100000"/>
              </a:lnSpc>
              <a:spcBef>
                <a:spcPts val="0"/>
              </a:spcBef>
              <a:spcAft>
                <a:spcPts val="0"/>
              </a:spcAft>
              <a:buClr>
                <a:schemeClr val="lt1"/>
              </a:buClr>
              <a:buSzPts val="1400"/>
              <a:buFont typeface="Arial"/>
              <a:buChar char="•"/>
            </a:pPr>
            <a:r>
              <a:rPr lang="en-US" sz="1400" b="0" i="0">
                <a:solidFill>
                  <a:schemeClr val="lt1"/>
                </a:solidFill>
                <a:latin typeface="Arial"/>
                <a:ea typeface="Arial"/>
                <a:cs typeface="Arial"/>
                <a:sym typeface="Arial"/>
              </a:rPr>
              <a:t>in voluptate velit esse cillum dolore eu fugiat nulla pariatur.</a:t>
            </a:r>
            <a:endParaRPr/>
          </a:p>
          <a:p>
            <a:pPr marL="0" marR="0" lvl="0" indent="0" algn="l" rtl="0">
              <a:lnSpc>
                <a:spcPct val="100000"/>
              </a:lnSpc>
              <a:spcBef>
                <a:spcPts val="0"/>
              </a:spcBef>
              <a:spcAft>
                <a:spcPts val="0"/>
              </a:spcAft>
              <a:buClr>
                <a:schemeClr val="dk1"/>
              </a:buClr>
              <a:buSzPts val="1400"/>
              <a:buFont typeface="Arial"/>
              <a:buNone/>
            </a:pPr>
            <a:endParaRPr sz="1400" b="0" i="0">
              <a:solidFill>
                <a:schemeClr val="lt1"/>
              </a:solidFill>
              <a:latin typeface="Arial"/>
              <a:ea typeface="Arial"/>
              <a:cs typeface="Arial"/>
              <a:sym typeface="Arial"/>
            </a:endParaRPr>
          </a:p>
        </p:txBody>
      </p:sp>
      <p:pic>
        <p:nvPicPr>
          <p:cNvPr id="77" name="Google Shape;77;p8"/>
          <p:cNvPicPr preferRelativeResize="0"/>
          <p:nvPr/>
        </p:nvPicPr>
        <p:blipFill rotWithShape="1">
          <a:blip r:embed="rId2">
            <a:alphaModFix/>
          </a:blip>
          <a:srcRect/>
          <a:stretch/>
        </p:blipFill>
        <p:spPr>
          <a:xfrm>
            <a:off x="1649251" y="530677"/>
            <a:ext cx="2991442" cy="5796646"/>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2_Пользовательский макет">
  <p:cSld name="2_Пользовательский макет">
    <p:spTree>
      <p:nvGrpSpPr>
        <p:cNvPr id="1" name="Shape 80"/>
        <p:cNvGrpSpPr/>
        <p:nvPr/>
      </p:nvGrpSpPr>
      <p:grpSpPr>
        <a:xfrm>
          <a:off x="0" y="0"/>
          <a:ext cx="0" cy="0"/>
          <a:chOff x="0" y="0"/>
          <a:chExt cx="0" cy="0"/>
        </a:xfrm>
      </p:grpSpPr>
      <p:sp>
        <p:nvSpPr>
          <p:cNvPr id="81" name="Google Shape;81;p9"/>
          <p:cNvSpPr/>
          <p:nvPr/>
        </p:nvSpPr>
        <p:spPr>
          <a:xfrm>
            <a:off x="0" y="0"/>
            <a:ext cx="12192000" cy="6857999"/>
          </a:xfrm>
          <a:prstGeom prst="rect">
            <a:avLst/>
          </a:prstGeom>
          <a:gradFill>
            <a:gsLst>
              <a:gs pos="0">
                <a:srgbClr val="004CA5"/>
              </a:gs>
              <a:gs pos="72000">
                <a:srgbClr val="0D267A"/>
              </a:gs>
              <a:gs pos="99000">
                <a:srgbClr val="122176"/>
              </a:gs>
              <a:gs pos="100000">
                <a:srgbClr val="122176"/>
              </a:gs>
            </a:gsLst>
            <a:lin ang="19199999"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82" name="Google Shape;82;p9"/>
          <p:cNvSpPr/>
          <p:nvPr/>
        </p:nvSpPr>
        <p:spPr>
          <a:xfrm>
            <a:off x="6016752" y="676657"/>
            <a:ext cx="2715767" cy="5495543"/>
          </a:xfrm>
          <a:prstGeom prst="roundRect">
            <a:avLst>
              <a:gd name="adj" fmla="val 13637"/>
            </a:avLst>
          </a:prstGeom>
          <a:gradFill>
            <a:gsLst>
              <a:gs pos="0">
                <a:srgbClr val="004CA5"/>
              </a:gs>
              <a:gs pos="72000">
                <a:srgbClr val="0D267A"/>
              </a:gs>
              <a:gs pos="99000">
                <a:srgbClr val="122176"/>
              </a:gs>
              <a:gs pos="100000">
                <a:srgbClr val="122176"/>
              </a:gs>
            </a:gsLst>
            <a:lin ang="19199999"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84" name="Google Shape;84;p9"/>
          <p:cNvSpPr/>
          <p:nvPr/>
        </p:nvSpPr>
        <p:spPr>
          <a:xfrm>
            <a:off x="695330" y="741785"/>
            <a:ext cx="3960808" cy="1130557"/>
          </a:xfrm>
          <a:prstGeom prst="roundRect">
            <a:avLst>
              <a:gd name="adj" fmla="val 5625"/>
            </a:avLst>
          </a:prstGeom>
          <a:solidFill>
            <a:schemeClr val="dk1">
              <a:alpha val="20000"/>
            </a:scheme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a:solidFill>
                <a:schemeClr val="lt1"/>
              </a:solidFill>
              <a:latin typeface="Play"/>
              <a:ea typeface="Play"/>
              <a:cs typeface="Play"/>
              <a:sym typeface="Play"/>
            </a:endParaRPr>
          </a:p>
        </p:txBody>
      </p:sp>
      <p:sp>
        <p:nvSpPr>
          <p:cNvPr id="85" name="Google Shape;85;p9"/>
          <p:cNvSpPr/>
          <p:nvPr/>
        </p:nvSpPr>
        <p:spPr>
          <a:xfrm>
            <a:off x="695329" y="2016625"/>
            <a:ext cx="3960809" cy="1130557"/>
          </a:xfrm>
          <a:prstGeom prst="roundRect">
            <a:avLst>
              <a:gd name="adj" fmla="val 5625"/>
            </a:avLst>
          </a:prstGeom>
          <a:solidFill>
            <a:schemeClr val="dk1">
              <a:alpha val="20000"/>
            </a:scheme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a:solidFill>
                <a:schemeClr val="lt1"/>
              </a:solidFill>
              <a:latin typeface="Play"/>
              <a:ea typeface="Play"/>
              <a:cs typeface="Play"/>
              <a:sym typeface="Play"/>
            </a:endParaRPr>
          </a:p>
        </p:txBody>
      </p:sp>
      <p:sp>
        <p:nvSpPr>
          <p:cNvPr id="86" name="Google Shape;86;p9"/>
          <p:cNvSpPr/>
          <p:nvPr/>
        </p:nvSpPr>
        <p:spPr>
          <a:xfrm>
            <a:off x="695328" y="3291465"/>
            <a:ext cx="3960810" cy="1130557"/>
          </a:xfrm>
          <a:prstGeom prst="roundRect">
            <a:avLst>
              <a:gd name="adj" fmla="val 5625"/>
            </a:avLst>
          </a:prstGeom>
          <a:solidFill>
            <a:schemeClr val="dk1">
              <a:alpha val="20000"/>
            </a:scheme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a:solidFill>
                <a:schemeClr val="lt1"/>
              </a:solidFill>
              <a:latin typeface="Play"/>
              <a:ea typeface="Play"/>
              <a:cs typeface="Play"/>
              <a:sym typeface="Play"/>
            </a:endParaRPr>
          </a:p>
        </p:txBody>
      </p:sp>
      <p:sp>
        <p:nvSpPr>
          <p:cNvPr id="87" name="Google Shape;87;p9"/>
          <p:cNvSpPr/>
          <p:nvPr/>
        </p:nvSpPr>
        <p:spPr>
          <a:xfrm>
            <a:off x="695327" y="4566305"/>
            <a:ext cx="3960811" cy="1130557"/>
          </a:xfrm>
          <a:prstGeom prst="roundRect">
            <a:avLst>
              <a:gd name="adj" fmla="val 5625"/>
            </a:avLst>
          </a:prstGeom>
          <a:solidFill>
            <a:schemeClr val="dk1">
              <a:alpha val="20000"/>
            </a:scheme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a:solidFill>
                <a:schemeClr val="lt1"/>
              </a:solidFill>
              <a:latin typeface="Play"/>
              <a:ea typeface="Play"/>
              <a:cs typeface="Play"/>
              <a:sym typeface="Play"/>
            </a:endParaRPr>
          </a:p>
        </p:txBody>
      </p:sp>
      <p:sp>
        <p:nvSpPr>
          <p:cNvPr id="88" name="Google Shape;88;p9"/>
          <p:cNvSpPr/>
          <p:nvPr/>
        </p:nvSpPr>
        <p:spPr>
          <a:xfrm>
            <a:off x="1774825" y="4765497"/>
            <a:ext cx="2737213" cy="646331"/>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US" sz="1400">
                <a:solidFill>
                  <a:schemeClr val="lt1"/>
                </a:solidFill>
                <a:latin typeface="Arial"/>
                <a:ea typeface="Arial"/>
                <a:cs typeface="Arial"/>
                <a:sym typeface="Arial"/>
              </a:rPr>
              <a:t>Lorem ipsum dolor sit amet, consectetuer adipiscing elit, sed diam nonummy.</a:t>
            </a:r>
            <a:endParaRPr/>
          </a:p>
        </p:txBody>
      </p:sp>
      <p:sp>
        <p:nvSpPr>
          <p:cNvPr id="89" name="Google Shape;89;p9"/>
          <p:cNvSpPr/>
          <p:nvPr/>
        </p:nvSpPr>
        <p:spPr>
          <a:xfrm>
            <a:off x="1774825" y="3533578"/>
            <a:ext cx="2737213" cy="646331"/>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US" sz="1400">
                <a:solidFill>
                  <a:schemeClr val="lt1"/>
                </a:solidFill>
                <a:latin typeface="Arial"/>
                <a:ea typeface="Arial"/>
                <a:cs typeface="Arial"/>
                <a:sym typeface="Arial"/>
              </a:rPr>
              <a:t>Lorem ipsum dolor sit amet, consectetuer adipiscing elit, sed diam nonummy.</a:t>
            </a:r>
            <a:endParaRPr/>
          </a:p>
        </p:txBody>
      </p:sp>
      <p:sp>
        <p:nvSpPr>
          <p:cNvPr id="90" name="Google Shape;90;p9"/>
          <p:cNvSpPr/>
          <p:nvPr/>
        </p:nvSpPr>
        <p:spPr>
          <a:xfrm>
            <a:off x="1774825" y="2257220"/>
            <a:ext cx="2737213" cy="646331"/>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US" sz="1400">
                <a:solidFill>
                  <a:schemeClr val="lt1"/>
                </a:solidFill>
                <a:latin typeface="Arial"/>
                <a:ea typeface="Arial"/>
                <a:cs typeface="Arial"/>
                <a:sym typeface="Arial"/>
              </a:rPr>
              <a:t>Lorem ipsum dolor sit amet, consectetuer adipiscing elit, sed diam nonummy.</a:t>
            </a:r>
            <a:endParaRPr/>
          </a:p>
        </p:txBody>
      </p:sp>
      <p:sp>
        <p:nvSpPr>
          <p:cNvPr id="91" name="Google Shape;91;p9"/>
          <p:cNvSpPr/>
          <p:nvPr/>
        </p:nvSpPr>
        <p:spPr>
          <a:xfrm>
            <a:off x="1774825" y="947533"/>
            <a:ext cx="2737213" cy="646331"/>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US" sz="1400">
                <a:solidFill>
                  <a:schemeClr val="lt1"/>
                </a:solidFill>
                <a:latin typeface="Arial"/>
                <a:ea typeface="Arial"/>
                <a:cs typeface="Arial"/>
                <a:sym typeface="Arial"/>
              </a:rPr>
              <a:t>Lorem ipsum dolor sit amet, consectetuer adipiscing elit, sed diam nonummy.</a:t>
            </a:r>
            <a:endParaRPr/>
          </a:p>
        </p:txBody>
      </p:sp>
      <p:pic>
        <p:nvPicPr>
          <p:cNvPr id="83" name="Google Shape;83;p9"/>
          <p:cNvPicPr preferRelativeResize="0"/>
          <p:nvPr/>
        </p:nvPicPr>
        <p:blipFill rotWithShape="1">
          <a:blip r:embed="rId2">
            <a:alphaModFix/>
          </a:blip>
          <a:srcRect/>
          <a:stretch/>
        </p:blipFill>
        <p:spPr>
          <a:xfrm>
            <a:off x="5864635" y="530677"/>
            <a:ext cx="2991442" cy="5796646"/>
          </a:xfrm>
          <a:prstGeom prst="rect">
            <a:avLst/>
          </a:prstGeom>
          <a:noFill/>
          <a:ln>
            <a:noFill/>
          </a:ln>
        </p:spPr>
      </p:pic>
      <p:pic>
        <p:nvPicPr>
          <p:cNvPr id="92" name="Google Shape;92;p9"/>
          <p:cNvPicPr preferRelativeResize="0"/>
          <p:nvPr/>
        </p:nvPicPr>
        <p:blipFill rotWithShape="1">
          <a:blip r:embed="rId3">
            <a:alphaModFix/>
          </a:blip>
          <a:srcRect/>
          <a:stretch/>
        </p:blipFill>
        <p:spPr>
          <a:xfrm>
            <a:off x="1094824" y="3705225"/>
            <a:ext cx="368420" cy="368420"/>
          </a:xfrm>
          <a:prstGeom prst="rect">
            <a:avLst/>
          </a:prstGeom>
          <a:noFill/>
          <a:ln>
            <a:noFill/>
          </a:ln>
        </p:spPr>
      </p:pic>
      <p:pic>
        <p:nvPicPr>
          <p:cNvPr id="93" name="Google Shape;93;p9"/>
          <p:cNvPicPr preferRelativeResize="0"/>
          <p:nvPr/>
        </p:nvPicPr>
        <p:blipFill rotWithShape="1">
          <a:blip r:embed="rId4">
            <a:alphaModFix/>
          </a:blip>
          <a:srcRect/>
          <a:stretch/>
        </p:blipFill>
        <p:spPr>
          <a:xfrm>
            <a:off x="1044900" y="2409824"/>
            <a:ext cx="468268" cy="390223"/>
          </a:xfrm>
          <a:prstGeom prst="rect">
            <a:avLst/>
          </a:prstGeom>
          <a:noFill/>
          <a:ln>
            <a:noFill/>
          </a:ln>
        </p:spPr>
      </p:pic>
      <p:pic>
        <p:nvPicPr>
          <p:cNvPr id="94" name="Google Shape;94;p9"/>
          <p:cNvPicPr preferRelativeResize="0"/>
          <p:nvPr/>
        </p:nvPicPr>
        <p:blipFill rotWithShape="1">
          <a:blip r:embed="rId5">
            <a:alphaModFix/>
          </a:blip>
          <a:srcRect/>
          <a:stretch/>
        </p:blipFill>
        <p:spPr>
          <a:xfrm>
            <a:off x="1071930" y="4914128"/>
            <a:ext cx="414209" cy="356924"/>
          </a:xfrm>
          <a:prstGeom prst="rect">
            <a:avLst/>
          </a:prstGeom>
          <a:noFill/>
          <a:ln>
            <a:noFill/>
          </a:ln>
        </p:spPr>
      </p:pic>
      <p:pic>
        <p:nvPicPr>
          <p:cNvPr id="95" name="Google Shape;95;p9"/>
          <p:cNvPicPr preferRelativeResize="0"/>
          <p:nvPr/>
        </p:nvPicPr>
        <p:blipFill rotWithShape="1">
          <a:blip r:embed="rId6">
            <a:alphaModFix/>
          </a:blip>
          <a:srcRect/>
          <a:stretch/>
        </p:blipFill>
        <p:spPr>
          <a:xfrm>
            <a:off x="1077427" y="1143000"/>
            <a:ext cx="403214" cy="403214"/>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3_Пользовательский макет">
  <p:cSld name="3_Пользовательский макет">
    <p:spTree>
      <p:nvGrpSpPr>
        <p:cNvPr id="1" name="Shape 96"/>
        <p:cNvGrpSpPr/>
        <p:nvPr/>
      </p:nvGrpSpPr>
      <p:grpSpPr>
        <a:xfrm>
          <a:off x="0" y="0"/>
          <a:ext cx="0" cy="0"/>
          <a:chOff x="0" y="0"/>
          <a:chExt cx="0" cy="0"/>
        </a:xfrm>
      </p:grpSpPr>
      <p:sp>
        <p:nvSpPr>
          <p:cNvPr id="97" name="Google Shape;97;p10"/>
          <p:cNvSpPr/>
          <p:nvPr/>
        </p:nvSpPr>
        <p:spPr>
          <a:xfrm>
            <a:off x="0" y="0"/>
            <a:ext cx="12192000" cy="6857999"/>
          </a:xfrm>
          <a:prstGeom prst="rect">
            <a:avLst/>
          </a:prstGeom>
          <a:gradFill>
            <a:gsLst>
              <a:gs pos="0">
                <a:srgbClr val="004CA5"/>
              </a:gs>
              <a:gs pos="72000">
                <a:srgbClr val="0D267A"/>
              </a:gs>
              <a:gs pos="99000">
                <a:srgbClr val="122176"/>
              </a:gs>
              <a:gs pos="100000">
                <a:srgbClr val="122176"/>
              </a:gs>
            </a:gsLst>
            <a:lin ang="19199999"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pic>
        <p:nvPicPr>
          <p:cNvPr id="98" name="Google Shape;98;p10"/>
          <p:cNvPicPr preferRelativeResize="0"/>
          <p:nvPr/>
        </p:nvPicPr>
        <p:blipFill rotWithShape="1">
          <a:blip r:embed="rId2">
            <a:alphaModFix/>
          </a:blip>
          <a:srcRect/>
          <a:stretch/>
        </p:blipFill>
        <p:spPr>
          <a:xfrm>
            <a:off x="5303912" y="711770"/>
            <a:ext cx="4135483" cy="564458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4_Пользовательский макет">
  <p:cSld name="4_Пользовательский макет">
    <p:spTree>
      <p:nvGrpSpPr>
        <p:cNvPr id="1" name="Shape 99"/>
        <p:cNvGrpSpPr/>
        <p:nvPr/>
      </p:nvGrpSpPr>
      <p:grpSpPr>
        <a:xfrm>
          <a:off x="0" y="0"/>
          <a:ext cx="0" cy="0"/>
          <a:chOff x="0" y="0"/>
          <a:chExt cx="0" cy="0"/>
        </a:xfrm>
      </p:grpSpPr>
      <p:sp>
        <p:nvSpPr>
          <p:cNvPr id="100" name="Google Shape;100;p11"/>
          <p:cNvSpPr/>
          <p:nvPr/>
        </p:nvSpPr>
        <p:spPr>
          <a:xfrm>
            <a:off x="0" y="0"/>
            <a:ext cx="12192000" cy="6857999"/>
          </a:xfrm>
          <a:prstGeom prst="rect">
            <a:avLst/>
          </a:prstGeom>
          <a:gradFill>
            <a:gsLst>
              <a:gs pos="0">
                <a:srgbClr val="004CA5"/>
              </a:gs>
              <a:gs pos="72000">
                <a:srgbClr val="0D267A"/>
              </a:gs>
              <a:gs pos="99000">
                <a:srgbClr val="122176"/>
              </a:gs>
              <a:gs pos="100000">
                <a:srgbClr val="122176"/>
              </a:gs>
            </a:gsLst>
            <a:lin ang="19199999"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02" name="Google Shape;102;p11"/>
          <p:cNvSpPr txBox="1"/>
          <p:nvPr/>
        </p:nvSpPr>
        <p:spPr>
          <a:xfrm>
            <a:off x="695325" y="710883"/>
            <a:ext cx="3960813" cy="1612573"/>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chemeClr val="lt1"/>
              </a:buClr>
              <a:buSzPts val="3000"/>
              <a:buFont typeface="Play"/>
              <a:buNone/>
            </a:pPr>
            <a:r>
              <a:rPr lang="en-US" sz="3000" b="0" i="0">
                <a:solidFill>
                  <a:schemeClr val="lt1"/>
                </a:solidFill>
                <a:latin typeface="Play"/>
                <a:ea typeface="Play"/>
                <a:cs typeface="Play"/>
                <a:sym typeface="Play"/>
              </a:rPr>
              <a:t>Lorem ipsum dolor sit amet consectetur adipiscing elit</a:t>
            </a:r>
            <a:br>
              <a:rPr lang="en-US" sz="3000" b="0" i="0">
                <a:solidFill>
                  <a:schemeClr val="lt1"/>
                </a:solidFill>
                <a:latin typeface="Play"/>
                <a:ea typeface="Play"/>
                <a:cs typeface="Play"/>
                <a:sym typeface="Play"/>
              </a:rPr>
            </a:br>
            <a:endParaRPr sz="3000" b="0" i="0">
              <a:solidFill>
                <a:schemeClr val="lt1"/>
              </a:solidFill>
              <a:latin typeface="Play"/>
              <a:ea typeface="Play"/>
              <a:cs typeface="Play"/>
              <a:sym typeface="Play"/>
            </a:endParaRPr>
          </a:p>
        </p:txBody>
      </p:sp>
      <p:sp>
        <p:nvSpPr>
          <p:cNvPr id="103" name="Google Shape;103;p11"/>
          <p:cNvSpPr txBox="1"/>
          <p:nvPr/>
        </p:nvSpPr>
        <p:spPr>
          <a:xfrm>
            <a:off x="695325" y="2516822"/>
            <a:ext cx="3960813" cy="364902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chemeClr val="lt1"/>
              </a:buClr>
              <a:buSzPts val="1400"/>
              <a:buFont typeface="Arial"/>
              <a:buNone/>
            </a:pPr>
            <a:r>
              <a:rPr lang="en-US" sz="1400" b="0" i="0">
                <a:solidFill>
                  <a:schemeClr val="lt1"/>
                </a:solidFill>
                <a:latin typeface="Arial"/>
                <a:ea typeface="Arial"/>
                <a:cs typeface="Arial"/>
                <a:sym typeface="Arial"/>
              </a:rPr>
              <a:t>Ut enim ad minim veniam, quis nostrud exercitation nisi ut aliquip ex ea commodo consequat. Duis aute irure dolor in reprehenderit in voluptate velit esse cillum dolore eu fugiat nulla pariatur. in voluptate velit esse cillum dolore eu fugiat nulla pariatur:</a:t>
            </a:r>
            <a:endParaRPr/>
          </a:p>
          <a:p>
            <a:pPr marL="0" marR="0" lvl="0" indent="0" algn="l" rtl="0">
              <a:lnSpc>
                <a:spcPct val="100000"/>
              </a:lnSpc>
              <a:spcBef>
                <a:spcPts val="0"/>
              </a:spcBef>
              <a:spcAft>
                <a:spcPts val="0"/>
              </a:spcAft>
              <a:buClr>
                <a:schemeClr val="dk1"/>
              </a:buClr>
              <a:buSzPts val="1400"/>
              <a:buFont typeface="Arial"/>
              <a:buNone/>
            </a:pPr>
            <a:endParaRPr sz="1400" b="0" i="0">
              <a:solidFill>
                <a:schemeClr val="lt1"/>
              </a:solidFill>
              <a:latin typeface="Arial"/>
              <a:ea typeface="Arial"/>
              <a:cs typeface="Arial"/>
              <a:sym typeface="Arial"/>
            </a:endParaRPr>
          </a:p>
          <a:p>
            <a:pPr marL="228600" marR="0" lvl="0" indent="-228600" algn="l" rtl="0">
              <a:lnSpc>
                <a:spcPct val="100000"/>
              </a:lnSpc>
              <a:spcBef>
                <a:spcPts val="0"/>
              </a:spcBef>
              <a:spcAft>
                <a:spcPts val="0"/>
              </a:spcAft>
              <a:buClr>
                <a:schemeClr val="lt1"/>
              </a:buClr>
              <a:buSzPts val="1400"/>
              <a:buFont typeface="Arial"/>
              <a:buChar char="•"/>
            </a:pPr>
            <a:r>
              <a:rPr lang="en-US" sz="1400" b="0" i="0">
                <a:solidFill>
                  <a:schemeClr val="lt1"/>
                </a:solidFill>
                <a:latin typeface="Arial"/>
                <a:ea typeface="Arial"/>
                <a:cs typeface="Arial"/>
                <a:sym typeface="Arial"/>
              </a:rPr>
              <a:t>in voluptate velit esse cillum dolore eu fugiat nulla pariatur.</a:t>
            </a:r>
            <a:endParaRPr/>
          </a:p>
          <a:p>
            <a:pPr marL="0" marR="0" lvl="0" indent="0" algn="l" rtl="0">
              <a:lnSpc>
                <a:spcPct val="100000"/>
              </a:lnSpc>
              <a:spcBef>
                <a:spcPts val="0"/>
              </a:spcBef>
              <a:spcAft>
                <a:spcPts val="0"/>
              </a:spcAft>
              <a:buClr>
                <a:schemeClr val="dk1"/>
              </a:buClr>
              <a:buSzPts val="1400"/>
              <a:buFont typeface="Arial"/>
              <a:buNone/>
            </a:pPr>
            <a:endParaRPr sz="1400" b="0" i="0">
              <a:solidFill>
                <a:schemeClr val="lt1"/>
              </a:solidFill>
              <a:latin typeface="Arial"/>
              <a:ea typeface="Arial"/>
              <a:cs typeface="Arial"/>
              <a:sym typeface="Arial"/>
            </a:endParaRPr>
          </a:p>
          <a:p>
            <a:pPr marL="228600" marR="0" lvl="0" indent="-228600" algn="l" rtl="0">
              <a:lnSpc>
                <a:spcPct val="100000"/>
              </a:lnSpc>
              <a:spcBef>
                <a:spcPts val="0"/>
              </a:spcBef>
              <a:spcAft>
                <a:spcPts val="0"/>
              </a:spcAft>
              <a:buClr>
                <a:schemeClr val="lt1"/>
              </a:buClr>
              <a:buSzPts val="1400"/>
              <a:buFont typeface="Arial"/>
              <a:buChar char="•"/>
            </a:pPr>
            <a:r>
              <a:rPr lang="en-US" sz="1400" b="0" i="0">
                <a:solidFill>
                  <a:schemeClr val="lt1"/>
                </a:solidFill>
                <a:latin typeface="Arial"/>
                <a:ea typeface="Arial"/>
                <a:cs typeface="Arial"/>
                <a:sym typeface="Arial"/>
              </a:rPr>
              <a:t>in voluptate velit esse cillum dolore eu fugiat nulla pariatur.</a:t>
            </a:r>
            <a:endParaRPr/>
          </a:p>
          <a:p>
            <a:pPr marL="228600" marR="0" lvl="0" indent="-139700" algn="l" rtl="0">
              <a:lnSpc>
                <a:spcPct val="100000"/>
              </a:lnSpc>
              <a:spcBef>
                <a:spcPts val="0"/>
              </a:spcBef>
              <a:spcAft>
                <a:spcPts val="0"/>
              </a:spcAft>
              <a:buClr>
                <a:schemeClr val="dk1"/>
              </a:buClr>
              <a:buSzPts val="1400"/>
              <a:buFont typeface="Arial"/>
              <a:buNone/>
            </a:pPr>
            <a:endParaRPr sz="1400" b="0" i="0">
              <a:solidFill>
                <a:schemeClr val="lt1"/>
              </a:solidFill>
              <a:latin typeface="Arial"/>
              <a:ea typeface="Arial"/>
              <a:cs typeface="Arial"/>
              <a:sym typeface="Arial"/>
            </a:endParaRPr>
          </a:p>
          <a:p>
            <a:pPr marL="228600" marR="0" lvl="0" indent="-228600" algn="l" rtl="0">
              <a:lnSpc>
                <a:spcPct val="100000"/>
              </a:lnSpc>
              <a:spcBef>
                <a:spcPts val="0"/>
              </a:spcBef>
              <a:spcAft>
                <a:spcPts val="0"/>
              </a:spcAft>
              <a:buClr>
                <a:schemeClr val="lt1"/>
              </a:buClr>
              <a:buSzPts val="1400"/>
              <a:buFont typeface="Arial"/>
              <a:buChar char="•"/>
            </a:pPr>
            <a:r>
              <a:rPr lang="en-US" sz="1400" b="0" i="0">
                <a:solidFill>
                  <a:schemeClr val="lt1"/>
                </a:solidFill>
                <a:latin typeface="Arial"/>
                <a:ea typeface="Arial"/>
                <a:cs typeface="Arial"/>
                <a:sym typeface="Arial"/>
              </a:rPr>
              <a:t>in voluptate velit esse cillum dolore eu fugiat nulla pariatur.</a:t>
            </a:r>
            <a:endParaRPr/>
          </a:p>
          <a:p>
            <a:pPr marL="0" marR="0" lvl="0" indent="0" algn="l" rtl="0">
              <a:lnSpc>
                <a:spcPct val="100000"/>
              </a:lnSpc>
              <a:spcBef>
                <a:spcPts val="0"/>
              </a:spcBef>
              <a:spcAft>
                <a:spcPts val="0"/>
              </a:spcAft>
              <a:buClr>
                <a:schemeClr val="dk1"/>
              </a:buClr>
              <a:buSzPts val="1400"/>
              <a:buFont typeface="Arial"/>
              <a:buNone/>
            </a:pPr>
            <a:endParaRPr sz="1400" b="0" i="0">
              <a:solidFill>
                <a:schemeClr val="lt1"/>
              </a:solidFill>
              <a:latin typeface="Arial"/>
              <a:ea typeface="Arial"/>
              <a:cs typeface="Arial"/>
              <a:sym typeface="Arial"/>
            </a:endParaRPr>
          </a:p>
        </p:txBody>
      </p:sp>
      <p:pic>
        <p:nvPicPr>
          <p:cNvPr id="101" name="Google Shape;101;p11"/>
          <p:cNvPicPr preferRelativeResize="0"/>
          <p:nvPr/>
        </p:nvPicPr>
        <p:blipFill rotWithShape="1">
          <a:blip r:embed="rId2">
            <a:alphaModFix/>
          </a:blip>
          <a:srcRect/>
          <a:stretch/>
        </p:blipFill>
        <p:spPr>
          <a:xfrm>
            <a:off x="4954282" y="1226799"/>
            <a:ext cx="8126494" cy="4628522"/>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7_Пользовательский макет">
  <p:cSld name="7_Пользовательский макет">
    <p:spTree>
      <p:nvGrpSpPr>
        <p:cNvPr id="1" name="Shape 104"/>
        <p:cNvGrpSpPr/>
        <p:nvPr/>
      </p:nvGrpSpPr>
      <p:grpSpPr>
        <a:xfrm>
          <a:off x="0" y="0"/>
          <a:ext cx="0" cy="0"/>
          <a:chOff x="0" y="0"/>
          <a:chExt cx="0" cy="0"/>
        </a:xfrm>
      </p:grpSpPr>
      <p:sp>
        <p:nvSpPr>
          <p:cNvPr id="105" name="Google Shape;105;p12"/>
          <p:cNvSpPr/>
          <p:nvPr/>
        </p:nvSpPr>
        <p:spPr>
          <a:xfrm>
            <a:off x="0" y="0"/>
            <a:ext cx="12192000" cy="6857999"/>
          </a:xfrm>
          <a:prstGeom prst="rect">
            <a:avLst/>
          </a:prstGeom>
          <a:gradFill>
            <a:gsLst>
              <a:gs pos="0">
                <a:srgbClr val="004CA5"/>
              </a:gs>
              <a:gs pos="72000">
                <a:srgbClr val="0D267A"/>
              </a:gs>
              <a:gs pos="99000">
                <a:srgbClr val="122176"/>
              </a:gs>
              <a:gs pos="100000">
                <a:srgbClr val="122176"/>
              </a:gs>
            </a:gsLst>
            <a:lin ang="19199999"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06" name="Google Shape;106;p12"/>
          <p:cNvSpPr/>
          <p:nvPr/>
        </p:nvSpPr>
        <p:spPr>
          <a:xfrm>
            <a:off x="696118" y="1001363"/>
            <a:ext cx="2881313" cy="5482121"/>
          </a:xfrm>
          <a:prstGeom prst="roundRect">
            <a:avLst>
              <a:gd name="adj" fmla="val 5625"/>
            </a:avLst>
          </a:prstGeom>
          <a:solidFill>
            <a:schemeClr val="dk1">
              <a:alpha val="20000"/>
            </a:scheme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a:solidFill>
                <a:schemeClr val="lt1"/>
              </a:solidFill>
              <a:latin typeface="Play"/>
              <a:ea typeface="Play"/>
              <a:cs typeface="Play"/>
              <a:sym typeface="Play"/>
            </a:endParaRPr>
          </a:p>
        </p:txBody>
      </p:sp>
      <p:sp>
        <p:nvSpPr>
          <p:cNvPr id="107" name="Google Shape;107;p12"/>
          <p:cNvSpPr/>
          <p:nvPr/>
        </p:nvSpPr>
        <p:spPr>
          <a:xfrm>
            <a:off x="8616155" y="1009784"/>
            <a:ext cx="2881313" cy="5482121"/>
          </a:xfrm>
          <a:prstGeom prst="roundRect">
            <a:avLst>
              <a:gd name="adj" fmla="val 5625"/>
            </a:avLst>
          </a:prstGeom>
          <a:solidFill>
            <a:schemeClr val="dk1">
              <a:alpha val="20000"/>
            </a:scheme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a:solidFill>
                <a:schemeClr val="lt1"/>
              </a:solidFill>
              <a:latin typeface="Play"/>
              <a:ea typeface="Play"/>
              <a:cs typeface="Play"/>
              <a:sym typeface="Play"/>
            </a:endParaRPr>
          </a:p>
        </p:txBody>
      </p:sp>
      <p:sp>
        <p:nvSpPr>
          <p:cNvPr id="108" name="Google Shape;108;p12"/>
          <p:cNvSpPr/>
          <p:nvPr/>
        </p:nvSpPr>
        <p:spPr>
          <a:xfrm>
            <a:off x="4655343" y="1009784"/>
            <a:ext cx="2881313" cy="5482121"/>
          </a:xfrm>
          <a:prstGeom prst="roundRect">
            <a:avLst>
              <a:gd name="adj" fmla="val 5625"/>
            </a:avLst>
          </a:prstGeom>
          <a:solidFill>
            <a:schemeClr val="dk1">
              <a:alpha val="20000"/>
            </a:scheme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a:solidFill>
                <a:schemeClr val="lt1"/>
              </a:solidFill>
              <a:latin typeface="Play"/>
              <a:ea typeface="Play"/>
              <a:cs typeface="Play"/>
              <a:sym typeface="Play"/>
            </a:endParaRPr>
          </a:p>
        </p:txBody>
      </p:sp>
      <p:sp>
        <p:nvSpPr>
          <p:cNvPr id="109" name="Google Shape;109;p12"/>
          <p:cNvSpPr/>
          <p:nvPr/>
        </p:nvSpPr>
        <p:spPr>
          <a:xfrm>
            <a:off x="1081028" y="1925351"/>
            <a:ext cx="2153289" cy="236988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US" sz="1400">
                <a:solidFill>
                  <a:schemeClr val="lt1"/>
                </a:solidFill>
                <a:latin typeface="Arial"/>
                <a:ea typeface="Arial"/>
                <a:cs typeface="Arial"/>
                <a:sym typeface="Arial"/>
              </a:rPr>
              <a:t>Lorem ipsum dolor sit amet, consectetuer adipiscing elit, sed diam nonummy nibh euismod tincidunt ut . Lorem ipsum dolor sit amet, consectetuer adipiscing elit, sed diam nonummy nibh euismod tincidunt ut .</a:t>
            </a:r>
            <a:endParaRPr/>
          </a:p>
          <a:p>
            <a:pPr marL="0" marR="0" lvl="0" indent="0" algn="l" rtl="0">
              <a:spcBef>
                <a:spcPts val="0"/>
              </a:spcBef>
              <a:spcAft>
                <a:spcPts val="0"/>
              </a:spcAft>
              <a:buNone/>
            </a:pPr>
            <a:endParaRPr sz="1400">
              <a:solidFill>
                <a:schemeClr val="lt1"/>
              </a:solidFill>
              <a:latin typeface="Arial"/>
              <a:ea typeface="Arial"/>
              <a:cs typeface="Arial"/>
              <a:sym typeface="Arial"/>
            </a:endParaRPr>
          </a:p>
        </p:txBody>
      </p:sp>
      <p:sp>
        <p:nvSpPr>
          <p:cNvPr id="110" name="Google Shape;110;p12"/>
          <p:cNvSpPr/>
          <p:nvPr/>
        </p:nvSpPr>
        <p:spPr>
          <a:xfrm>
            <a:off x="1081028" y="1420459"/>
            <a:ext cx="2153289" cy="276999"/>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US" sz="1800" b="1">
                <a:solidFill>
                  <a:schemeClr val="lt1"/>
                </a:solidFill>
                <a:latin typeface="Play"/>
                <a:ea typeface="Play"/>
                <a:cs typeface="Play"/>
                <a:sym typeface="Play"/>
              </a:rPr>
              <a:t>Lorem ipsum dolor</a:t>
            </a:r>
            <a:endParaRPr/>
          </a:p>
        </p:txBody>
      </p:sp>
      <p:sp>
        <p:nvSpPr>
          <p:cNvPr id="111" name="Google Shape;111;p12"/>
          <p:cNvSpPr/>
          <p:nvPr/>
        </p:nvSpPr>
        <p:spPr>
          <a:xfrm>
            <a:off x="5020148" y="1925351"/>
            <a:ext cx="2153289" cy="236988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US" sz="1400">
                <a:solidFill>
                  <a:schemeClr val="lt1"/>
                </a:solidFill>
                <a:latin typeface="Arial"/>
                <a:ea typeface="Arial"/>
                <a:cs typeface="Arial"/>
                <a:sym typeface="Arial"/>
              </a:rPr>
              <a:t>Lorem ipsum dolor sit amet, consectetuer adipiscing elit, sed diam nonummy nibh euismod tincidunt ut . Lorem ipsum dolor sit amet, consectetuer adipiscing elit, sed diam nonummy nibh euismod tincidunt ut .</a:t>
            </a:r>
            <a:endParaRPr/>
          </a:p>
          <a:p>
            <a:pPr marL="0" marR="0" lvl="0" indent="0" algn="l" rtl="0">
              <a:spcBef>
                <a:spcPts val="0"/>
              </a:spcBef>
              <a:spcAft>
                <a:spcPts val="0"/>
              </a:spcAft>
              <a:buNone/>
            </a:pPr>
            <a:endParaRPr sz="1400">
              <a:solidFill>
                <a:schemeClr val="lt1"/>
              </a:solidFill>
              <a:latin typeface="Arial"/>
              <a:ea typeface="Arial"/>
              <a:cs typeface="Arial"/>
              <a:sym typeface="Arial"/>
            </a:endParaRPr>
          </a:p>
        </p:txBody>
      </p:sp>
      <p:sp>
        <p:nvSpPr>
          <p:cNvPr id="112" name="Google Shape;112;p12"/>
          <p:cNvSpPr/>
          <p:nvPr/>
        </p:nvSpPr>
        <p:spPr>
          <a:xfrm>
            <a:off x="5020149" y="1420459"/>
            <a:ext cx="2153289" cy="276999"/>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US" sz="1800" b="1">
                <a:solidFill>
                  <a:schemeClr val="lt1"/>
                </a:solidFill>
                <a:latin typeface="Play"/>
                <a:ea typeface="Play"/>
                <a:cs typeface="Play"/>
                <a:sym typeface="Play"/>
              </a:rPr>
              <a:t>Lorem ipsum dolor</a:t>
            </a:r>
            <a:endParaRPr/>
          </a:p>
        </p:txBody>
      </p:sp>
      <p:sp>
        <p:nvSpPr>
          <p:cNvPr id="113" name="Google Shape;113;p12"/>
          <p:cNvSpPr/>
          <p:nvPr/>
        </p:nvSpPr>
        <p:spPr>
          <a:xfrm>
            <a:off x="8976517" y="1925351"/>
            <a:ext cx="2153289" cy="236988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US" sz="1400">
                <a:solidFill>
                  <a:schemeClr val="lt1"/>
                </a:solidFill>
                <a:latin typeface="Arial"/>
                <a:ea typeface="Arial"/>
                <a:cs typeface="Arial"/>
                <a:sym typeface="Arial"/>
              </a:rPr>
              <a:t>Lorem ipsum dolor sit amet, consectetuer adipiscing elit, sed diam nonummy nibh euismod tincidunt ut . Lorem ipsum dolor sit amet, consectetuer adipiscing elit, sed diam nonummy nibh euismod tincidunt ut .</a:t>
            </a:r>
            <a:endParaRPr/>
          </a:p>
          <a:p>
            <a:pPr marL="0" marR="0" lvl="0" indent="0" algn="l" rtl="0">
              <a:spcBef>
                <a:spcPts val="0"/>
              </a:spcBef>
              <a:spcAft>
                <a:spcPts val="0"/>
              </a:spcAft>
              <a:buNone/>
            </a:pPr>
            <a:endParaRPr sz="1400">
              <a:solidFill>
                <a:schemeClr val="lt1"/>
              </a:solidFill>
              <a:latin typeface="Arial"/>
              <a:ea typeface="Arial"/>
              <a:cs typeface="Arial"/>
              <a:sym typeface="Arial"/>
            </a:endParaRPr>
          </a:p>
        </p:txBody>
      </p:sp>
      <p:sp>
        <p:nvSpPr>
          <p:cNvPr id="114" name="Google Shape;114;p12"/>
          <p:cNvSpPr/>
          <p:nvPr/>
        </p:nvSpPr>
        <p:spPr>
          <a:xfrm>
            <a:off x="8976518" y="1420459"/>
            <a:ext cx="2153289" cy="276999"/>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US" sz="1800" b="1">
                <a:solidFill>
                  <a:schemeClr val="lt1"/>
                </a:solidFill>
                <a:latin typeface="Play"/>
                <a:ea typeface="Play"/>
                <a:cs typeface="Play"/>
                <a:sym typeface="Play"/>
              </a:rPr>
              <a:t>Lorem ipsum dolor</a:t>
            </a:r>
            <a:endParaRPr/>
          </a:p>
        </p:txBody>
      </p:sp>
      <p:sp>
        <p:nvSpPr>
          <p:cNvPr id="118" name="Google Shape;118;p12"/>
          <p:cNvSpPr txBox="1">
            <a:spLocks noGrp="1"/>
          </p:cNvSpPr>
          <p:nvPr>
            <p:ph type="title"/>
          </p:nvPr>
        </p:nvSpPr>
        <p:spPr>
          <a:xfrm>
            <a:off x="695324" y="230154"/>
            <a:ext cx="10800558" cy="682053"/>
          </a:xfrm>
          <a:prstGeom prst="rect">
            <a:avLst/>
          </a:prstGeom>
          <a:noFill/>
          <a:ln>
            <a:noFill/>
          </a:ln>
        </p:spPr>
        <p:txBody>
          <a:bodyPr spcFirstLastPara="1" wrap="square" lIns="0" tIns="0" rIns="0" bIns="0" anchor="t" anchorCtr="0">
            <a:noAutofit/>
          </a:bodyPr>
          <a:lstStyle>
            <a:lvl1pPr marR="0" lvl="0" algn="l" rtl="0">
              <a:lnSpc>
                <a:spcPct val="90000"/>
              </a:lnSpc>
              <a:spcBef>
                <a:spcPts val="0"/>
              </a:spcBef>
              <a:spcAft>
                <a:spcPts val="0"/>
              </a:spcAft>
              <a:buClr>
                <a:schemeClr val="lt1"/>
              </a:buClr>
              <a:buSzPts val="4400"/>
              <a:buFont typeface="Play"/>
              <a:buNone/>
              <a:defRPr sz="4400" b="0" i="0" u="none" strike="noStrike" cap="none">
                <a:solidFill>
                  <a:schemeClr val="lt1"/>
                </a:solidFill>
                <a:latin typeface="Play"/>
                <a:ea typeface="Play"/>
                <a:cs typeface="Play"/>
                <a:sym typeface="Pla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115" name="Google Shape;115;p12"/>
          <p:cNvPicPr preferRelativeResize="0"/>
          <p:nvPr/>
        </p:nvPicPr>
        <p:blipFill rotWithShape="1">
          <a:blip r:embed="rId2">
            <a:alphaModFix/>
          </a:blip>
          <a:srcRect/>
          <a:stretch/>
        </p:blipFill>
        <p:spPr>
          <a:xfrm>
            <a:off x="1738472" y="4919922"/>
            <a:ext cx="554446" cy="554446"/>
          </a:xfrm>
          <a:prstGeom prst="rect">
            <a:avLst/>
          </a:prstGeom>
          <a:noFill/>
          <a:ln>
            <a:noFill/>
          </a:ln>
        </p:spPr>
      </p:pic>
      <p:pic>
        <p:nvPicPr>
          <p:cNvPr id="116" name="Google Shape;116;p12"/>
          <p:cNvPicPr preferRelativeResize="0"/>
          <p:nvPr/>
        </p:nvPicPr>
        <p:blipFill rotWithShape="1">
          <a:blip r:embed="rId3">
            <a:alphaModFix/>
          </a:blip>
          <a:srcRect/>
          <a:stretch/>
        </p:blipFill>
        <p:spPr>
          <a:xfrm>
            <a:off x="5796158" y="4915530"/>
            <a:ext cx="675877" cy="563231"/>
          </a:xfrm>
          <a:prstGeom prst="rect">
            <a:avLst/>
          </a:prstGeom>
          <a:noFill/>
          <a:ln>
            <a:noFill/>
          </a:ln>
        </p:spPr>
      </p:pic>
      <p:pic>
        <p:nvPicPr>
          <p:cNvPr id="117" name="Google Shape;117;p12"/>
          <p:cNvPicPr preferRelativeResize="0"/>
          <p:nvPr/>
        </p:nvPicPr>
        <p:blipFill rotWithShape="1">
          <a:blip r:embed="rId4">
            <a:alphaModFix/>
          </a:blip>
          <a:srcRect/>
          <a:stretch/>
        </p:blipFill>
        <p:spPr>
          <a:xfrm>
            <a:off x="9820234" y="4905854"/>
            <a:ext cx="676083" cy="582582"/>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6_Пользовательский макет">
  <p:cSld name="6_Пользовательский макет">
    <p:spTree>
      <p:nvGrpSpPr>
        <p:cNvPr id="1" name="Shape 119"/>
        <p:cNvGrpSpPr/>
        <p:nvPr/>
      </p:nvGrpSpPr>
      <p:grpSpPr>
        <a:xfrm>
          <a:off x="0" y="0"/>
          <a:ext cx="0" cy="0"/>
          <a:chOff x="0" y="0"/>
          <a:chExt cx="0" cy="0"/>
        </a:xfrm>
      </p:grpSpPr>
      <p:sp>
        <p:nvSpPr>
          <p:cNvPr id="120" name="Google Shape;120;p13"/>
          <p:cNvSpPr/>
          <p:nvPr/>
        </p:nvSpPr>
        <p:spPr>
          <a:xfrm>
            <a:off x="0" y="0"/>
            <a:ext cx="12192000" cy="6857999"/>
          </a:xfrm>
          <a:prstGeom prst="rect">
            <a:avLst/>
          </a:prstGeom>
          <a:gradFill>
            <a:gsLst>
              <a:gs pos="0">
                <a:srgbClr val="004CA5"/>
              </a:gs>
              <a:gs pos="72000">
                <a:srgbClr val="0D267A"/>
              </a:gs>
              <a:gs pos="99000">
                <a:srgbClr val="122176"/>
              </a:gs>
              <a:gs pos="100000">
                <a:srgbClr val="122176"/>
              </a:gs>
            </a:gsLst>
            <a:lin ang="19199999"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21" name="Google Shape;121;p13"/>
          <p:cNvSpPr/>
          <p:nvPr/>
        </p:nvSpPr>
        <p:spPr>
          <a:xfrm>
            <a:off x="6977381" y="1048870"/>
            <a:ext cx="3318810" cy="3318809"/>
          </a:xfrm>
          <a:prstGeom prst="ellipse">
            <a:avLst/>
          </a:prstGeom>
          <a:noFill/>
          <a:ln w="28575" cap="flat" cmpd="sng">
            <a:solidFill>
              <a:srgbClr val="41E3B5"/>
            </a:solidFill>
            <a:prstDash val="solid"/>
            <a:miter lim="800000"/>
            <a:headEnd type="none" w="sm" len="sm"/>
            <a:tailEnd type="none" w="sm" len="sm"/>
          </a:ln>
          <a:effectLst>
            <a:outerShdw blurRad="63500" sx="101000" sy="101000" algn="ctr" rotWithShape="0">
              <a:srgbClr val="000000">
                <a:alpha val="4705"/>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rgbClr val="41E3B5"/>
              </a:solidFill>
              <a:latin typeface="Play"/>
              <a:ea typeface="Play"/>
              <a:cs typeface="Play"/>
              <a:sym typeface="Play"/>
            </a:endParaRPr>
          </a:p>
        </p:txBody>
      </p:sp>
      <p:sp>
        <p:nvSpPr>
          <p:cNvPr id="123" name="Google Shape;123;p13"/>
          <p:cNvSpPr txBox="1"/>
          <p:nvPr/>
        </p:nvSpPr>
        <p:spPr>
          <a:xfrm>
            <a:off x="7582764" y="2277845"/>
            <a:ext cx="2222561" cy="861774"/>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5000">
                <a:solidFill>
                  <a:schemeClr val="lt1"/>
                </a:solidFill>
                <a:latin typeface="Play"/>
                <a:ea typeface="Play"/>
                <a:cs typeface="Play"/>
                <a:sym typeface="Play"/>
              </a:rPr>
              <a:t>41</a:t>
            </a:r>
            <a:r>
              <a:rPr lang="en-US" sz="2000">
                <a:solidFill>
                  <a:schemeClr val="lt1"/>
                </a:solidFill>
                <a:latin typeface="Play"/>
                <a:ea typeface="Play"/>
                <a:cs typeface="Play"/>
                <a:sym typeface="Play"/>
              </a:rPr>
              <a:t>%</a:t>
            </a:r>
            <a:endParaRPr sz="2000">
              <a:solidFill>
                <a:schemeClr val="lt1"/>
              </a:solidFill>
              <a:latin typeface="Play"/>
              <a:ea typeface="Play"/>
              <a:cs typeface="Play"/>
              <a:sym typeface="Play"/>
            </a:endParaRPr>
          </a:p>
        </p:txBody>
      </p:sp>
      <p:sp>
        <p:nvSpPr>
          <p:cNvPr id="124" name="Google Shape;124;p13"/>
          <p:cNvSpPr txBox="1"/>
          <p:nvPr/>
        </p:nvSpPr>
        <p:spPr>
          <a:xfrm>
            <a:off x="9153882" y="4699475"/>
            <a:ext cx="779381" cy="86177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5000">
                <a:solidFill>
                  <a:srgbClr val="0087CD"/>
                </a:solidFill>
                <a:latin typeface="Play"/>
                <a:ea typeface="Play"/>
                <a:cs typeface="Play"/>
                <a:sym typeface="Play"/>
              </a:rPr>
              <a:t>71</a:t>
            </a:r>
            <a:endParaRPr sz="2000">
              <a:solidFill>
                <a:srgbClr val="0087CD"/>
              </a:solidFill>
              <a:latin typeface="Play"/>
              <a:ea typeface="Play"/>
              <a:cs typeface="Play"/>
              <a:sym typeface="Play"/>
            </a:endParaRPr>
          </a:p>
        </p:txBody>
      </p:sp>
      <p:sp>
        <p:nvSpPr>
          <p:cNvPr id="125" name="Google Shape;125;p13"/>
          <p:cNvSpPr txBox="1"/>
          <p:nvPr/>
        </p:nvSpPr>
        <p:spPr>
          <a:xfrm>
            <a:off x="6759513" y="4686413"/>
            <a:ext cx="928459" cy="86177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5000">
                <a:solidFill>
                  <a:srgbClr val="0087CD"/>
                </a:solidFill>
                <a:latin typeface="Play"/>
                <a:ea typeface="Play"/>
                <a:cs typeface="Play"/>
                <a:sym typeface="Play"/>
              </a:rPr>
              <a:t>59</a:t>
            </a:r>
            <a:endParaRPr sz="2000">
              <a:solidFill>
                <a:srgbClr val="0087CD"/>
              </a:solidFill>
              <a:latin typeface="Play"/>
              <a:ea typeface="Play"/>
              <a:cs typeface="Play"/>
              <a:sym typeface="Play"/>
            </a:endParaRPr>
          </a:p>
        </p:txBody>
      </p:sp>
      <p:sp>
        <p:nvSpPr>
          <p:cNvPr id="126" name="Google Shape;126;p13"/>
          <p:cNvSpPr txBox="1"/>
          <p:nvPr/>
        </p:nvSpPr>
        <p:spPr>
          <a:xfrm>
            <a:off x="6877080" y="5556959"/>
            <a:ext cx="2130604" cy="646331"/>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400">
                <a:solidFill>
                  <a:schemeClr val="lt1"/>
                </a:solidFill>
                <a:latin typeface="Arial"/>
                <a:ea typeface="Arial"/>
                <a:cs typeface="Arial"/>
                <a:sym typeface="Arial"/>
              </a:rPr>
              <a:t>Lorem ipsum dolor sit amet, consectetuer adipiscing elit, sed diam.</a:t>
            </a:r>
            <a:endParaRPr/>
          </a:p>
        </p:txBody>
      </p:sp>
      <p:sp>
        <p:nvSpPr>
          <p:cNvPr id="127" name="Google Shape;127;p13"/>
          <p:cNvSpPr txBox="1"/>
          <p:nvPr/>
        </p:nvSpPr>
        <p:spPr>
          <a:xfrm>
            <a:off x="9247145" y="5556959"/>
            <a:ext cx="2130604" cy="646331"/>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400">
                <a:solidFill>
                  <a:schemeClr val="lt1"/>
                </a:solidFill>
                <a:latin typeface="Arial"/>
                <a:ea typeface="Arial"/>
                <a:cs typeface="Arial"/>
                <a:sym typeface="Arial"/>
              </a:rPr>
              <a:t>Lorem ipsum dolor sit amet, consectetuer adipiscing elit, sed diam.</a:t>
            </a:r>
            <a:endParaRPr/>
          </a:p>
        </p:txBody>
      </p:sp>
      <p:sp>
        <p:nvSpPr>
          <p:cNvPr id="128" name="Google Shape;128;p13"/>
          <p:cNvSpPr txBox="1">
            <a:spLocks noGrp="1"/>
          </p:cNvSpPr>
          <p:nvPr>
            <p:ph type="title"/>
          </p:nvPr>
        </p:nvSpPr>
        <p:spPr>
          <a:xfrm>
            <a:off x="695325" y="710883"/>
            <a:ext cx="5400675" cy="980757"/>
          </a:xfrm>
          <a:prstGeom prst="rect">
            <a:avLst/>
          </a:prstGeom>
          <a:noFill/>
          <a:ln>
            <a:noFill/>
          </a:ln>
        </p:spPr>
        <p:txBody>
          <a:bodyPr spcFirstLastPara="1" wrap="square" lIns="0" tIns="0" rIns="0" bIns="0" anchor="t" anchorCtr="0">
            <a:noAutofit/>
          </a:bodyPr>
          <a:lstStyle>
            <a:lvl1pPr marR="0" lvl="0" algn="l" rtl="0">
              <a:lnSpc>
                <a:spcPct val="90000"/>
              </a:lnSpc>
              <a:spcBef>
                <a:spcPts val="0"/>
              </a:spcBef>
              <a:spcAft>
                <a:spcPts val="0"/>
              </a:spcAft>
              <a:buClr>
                <a:schemeClr val="lt1"/>
              </a:buClr>
              <a:buSzPts val="4400"/>
              <a:buFont typeface="Play"/>
              <a:buNone/>
              <a:defRPr sz="4400" b="0" i="0" u="none" strike="noStrike" cap="none">
                <a:solidFill>
                  <a:schemeClr val="lt1"/>
                </a:solidFill>
                <a:latin typeface="Play"/>
                <a:ea typeface="Play"/>
                <a:cs typeface="Play"/>
                <a:sym typeface="Pla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29" name="Google Shape;129;p13"/>
          <p:cNvSpPr txBox="1"/>
          <p:nvPr/>
        </p:nvSpPr>
        <p:spPr>
          <a:xfrm>
            <a:off x="695325" y="1914758"/>
            <a:ext cx="4869903" cy="4251092"/>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chemeClr val="lt1"/>
              </a:buClr>
              <a:buSzPts val="1400"/>
              <a:buFont typeface="Arial"/>
              <a:buNone/>
            </a:pPr>
            <a:r>
              <a:rPr lang="en-US" sz="1400" b="0" i="0">
                <a:solidFill>
                  <a:schemeClr val="lt1"/>
                </a:solidFill>
                <a:latin typeface="Arial"/>
                <a:ea typeface="Arial"/>
                <a:cs typeface="Arial"/>
                <a:sym typeface="Arial"/>
              </a:rPr>
              <a:t>Ut enim ad minim veniam, quis nostrud exercitation nisi ut aliquip ex ea commodo consequat. Duis velit esse cillum dolore eu fugiat nulla pariatur. in voluptate velit esse cillum dolore eu fugiat nulla pariatur:</a:t>
            </a:r>
            <a:endParaRPr/>
          </a:p>
          <a:p>
            <a:pPr marL="0" marR="0" lvl="0" indent="0" algn="l" rtl="0">
              <a:lnSpc>
                <a:spcPct val="100000"/>
              </a:lnSpc>
              <a:spcBef>
                <a:spcPts val="0"/>
              </a:spcBef>
              <a:spcAft>
                <a:spcPts val="0"/>
              </a:spcAft>
              <a:buClr>
                <a:schemeClr val="dk1"/>
              </a:buClr>
              <a:buSzPts val="1400"/>
              <a:buFont typeface="Arial"/>
              <a:buNone/>
            </a:pPr>
            <a:endParaRPr sz="1400" b="0" i="0">
              <a:solidFill>
                <a:schemeClr val="lt1"/>
              </a:solidFill>
              <a:latin typeface="Arial"/>
              <a:ea typeface="Arial"/>
              <a:cs typeface="Arial"/>
              <a:sym typeface="Arial"/>
            </a:endParaRPr>
          </a:p>
          <a:p>
            <a:pPr marL="228600" marR="0" lvl="0" indent="-228600" algn="l" rtl="0">
              <a:lnSpc>
                <a:spcPct val="100000"/>
              </a:lnSpc>
              <a:spcBef>
                <a:spcPts val="0"/>
              </a:spcBef>
              <a:spcAft>
                <a:spcPts val="0"/>
              </a:spcAft>
              <a:buClr>
                <a:schemeClr val="lt1"/>
              </a:buClr>
              <a:buSzPts val="1400"/>
              <a:buFont typeface="Arial"/>
              <a:buChar char="•"/>
            </a:pPr>
            <a:r>
              <a:rPr lang="en-US" sz="1400" b="0" i="0">
                <a:solidFill>
                  <a:schemeClr val="lt1"/>
                </a:solidFill>
                <a:latin typeface="Arial"/>
                <a:ea typeface="Arial"/>
                <a:cs typeface="Arial"/>
                <a:sym typeface="Arial"/>
              </a:rPr>
              <a:t>in voluptate velit esse cillum dolore eu fugiat nulla pariatur.</a:t>
            </a:r>
            <a:endParaRPr/>
          </a:p>
          <a:p>
            <a:pPr marL="0" marR="0" lvl="0" indent="0" algn="l" rtl="0">
              <a:lnSpc>
                <a:spcPct val="100000"/>
              </a:lnSpc>
              <a:spcBef>
                <a:spcPts val="0"/>
              </a:spcBef>
              <a:spcAft>
                <a:spcPts val="0"/>
              </a:spcAft>
              <a:buClr>
                <a:schemeClr val="dk1"/>
              </a:buClr>
              <a:buSzPts val="1400"/>
              <a:buFont typeface="Arial"/>
              <a:buNone/>
            </a:pPr>
            <a:endParaRPr sz="1400" b="0" i="0">
              <a:solidFill>
                <a:schemeClr val="lt1"/>
              </a:solidFill>
              <a:latin typeface="Arial"/>
              <a:ea typeface="Arial"/>
              <a:cs typeface="Arial"/>
              <a:sym typeface="Arial"/>
            </a:endParaRPr>
          </a:p>
          <a:p>
            <a:pPr marL="228600" marR="0" lvl="0" indent="-228600" algn="l" rtl="0">
              <a:lnSpc>
                <a:spcPct val="100000"/>
              </a:lnSpc>
              <a:spcBef>
                <a:spcPts val="0"/>
              </a:spcBef>
              <a:spcAft>
                <a:spcPts val="0"/>
              </a:spcAft>
              <a:buClr>
                <a:schemeClr val="lt1"/>
              </a:buClr>
              <a:buSzPts val="1400"/>
              <a:buFont typeface="Arial"/>
              <a:buChar char="•"/>
            </a:pPr>
            <a:r>
              <a:rPr lang="en-US" sz="1400" b="0" i="0">
                <a:solidFill>
                  <a:schemeClr val="lt1"/>
                </a:solidFill>
                <a:latin typeface="Arial"/>
                <a:ea typeface="Arial"/>
                <a:cs typeface="Arial"/>
                <a:sym typeface="Arial"/>
              </a:rPr>
              <a:t>in voluptate velit esse cillum dolore eu fugiat nulla pariatur.</a:t>
            </a:r>
            <a:endParaRPr/>
          </a:p>
          <a:p>
            <a:pPr marL="228600" marR="0" lvl="0" indent="-139700" algn="l" rtl="0">
              <a:lnSpc>
                <a:spcPct val="100000"/>
              </a:lnSpc>
              <a:spcBef>
                <a:spcPts val="0"/>
              </a:spcBef>
              <a:spcAft>
                <a:spcPts val="0"/>
              </a:spcAft>
              <a:buClr>
                <a:schemeClr val="dk1"/>
              </a:buClr>
              <a:buSzPts val="1400"/>
              <a:buFont typeface="Arial"/>
              <a:buNone/>
            </a:pPr>
            <a:endParaRPr sz="1400" b="0" i="0">
              <a:solidFill>
                <a:schemeClr val="lt1"/>
              </a:solidFill>
              <a:latin typeface="Arial"/>
              <a:ea typeface="Arial"/>
              <a:cs typeface="Arial"/>
              <a:sym typeface="Arial"/>
            </a:endParaRPr>
          </a:p>
          <a:p>
            <a:pPr marL="228600" marR="0" lvl="0" indent="-228600" algn="l" rtl="0">
              <a:lnSpc>
                <a:spcPct val="100000"/>
              </a:lnSpc>
              <a:spcBef>
                <a:spcPts val="0"/>
              </a:spcBef>
              <a:spcAft>
                <a:spcPts val="0"/>
              </a:spcAft>
              <a:buClr>
                <a:schemeClr val="lt1"/>
              </a:buClr>
              <a:buSzPts val="1400"/>
              <a:buFont typeface="Arial"/>
              <a:buChar char="•"/>
            </a:pPr>
            <a:r>
              <a:rPr lang="en-US" sz="1400" b="0" i="0">
                <a:solidFill>
                  <a:schemeClr val="lt1"/>
                </a:solidFill>
                <a:latin typeface="Arial"/>
                <a:ea typeface="Arial"/>
                <a:cs typeface="Arial"/>
                <a:sym typeface="Arial"/>
              </a:rPr>
              <a:t>in voluptate velit esse cillum dolore eu fugiat nulla pariatur.</a:t>
            </a:r>
            <a:endParaRPr/>
          </a:p>
          <a:p>
            <a:pPr marL="0" marR="0" lvl="0" indent="0" algn="l" rtl="0">
              <a:lnSpc>
                <a:spcPct val="100000"/>
              </a:lnSpc>
              <a:spcBef>
                <a:spcPts val="0"/>
              </a:spcBef>
              <a:spcAft>
                <a:spcPts val="0"/>
              </a:spcAft>
              <a:buClr>
                <a:schemeClr val="dk1"/>
              </a:buClr>
              <a:buSzPts val="1400"/>
              <a:buFont typeface="Arial"/>
              <a:buNone/>
            </a:pPr>
            <a:endParaRPr sz="1400" b="0" i="0">
              <a:solidFill>
                <a:schemeClr val="lt1"/>
              </a:solidFill>
              <a:latin typeface="Arial"/>
              <a:ea typeface="Arial"/>
              <a:cs typeface="Arial"/>
              <a:sym typeface="Arial"/>
            </a:endParaRPr>
          </a:p>
          <a:p>
            <a:pPr marL="228600" marR="0" lvl="0" indent="-228600" algn="l" rtl="0">
              <a:lnSpc>
                <a:spcPct val="100000"/>
              </a:lnSpc>
              <a:spcBef>
                <a:spcPts val="0"/>
              </a:spcBef>
              <a:spcAft>
                <a:spcPts val="0"/>
              </a:spcAft>
              <a:buClr>
                <a:schemeClr val="lt1"/>
              </a:buClr>
              <a:buSzPts val="1400"/>
              <a:buFont typeface="Arial"/>
              <a:buChar char="•"/>
            </a:pPr>
            <a:r>
              <a:rPr lang="en-US" sz="1400" b="0" i="0">
                <a:solidFill>
                  <a:schemeClr val="lt1"/>
                </a:solidFill>
                <a:latin typeface="Arial"/>
                <a:ea typeface="Arial"/>
                <a:cs typeface="Arial"/>
                <a:sym typeface="Arial"/>
              </a:rPr>
              <a:t>in voluptate velit esse cillum dolore eu fugiat nulla pariatur.</a:t>
            </a:r>
            <a:endParaRPr/>
          </a:p>
          <a:p>
            <a:pPr marL="228600" marR="0" lvl="0" indent="-139700" algn="l" rtl="0">
              <a:lnSpc>
                <a:spcPct val="100000"/>
              </a:lnSpc>
              <a:spcBef>
                <a:spcPts val="0"/>
              </a:spcBef>
              <a:spcAft>
                <a:spcPts val="0"/>
              </a:spcAft>
              <a:buClr>
                <a:schemeClr val="dk1"/>
              </a:buClr>
              <a:buSzPts val="1400"/>
              <a:buFont typeface="Arial"/>
              <a:buNone/>
            </a:pPr>
            <a:endParaRPr sz="1400" b="0" i="0">
              <a:solidFill>
                <a:schemeClr val="lt1"/>
              </a:solidFill>
              <a:latin typeface="Arial"/>
              <a:ea typeface="Arial"/>
              <a:cs typeface="Arial"/>
              <a:sym typeface="Arial"/>
            </a:endParaRPr>
          </a:p>
          <a:p>
            <a:pPr marL="228600" marR="0" lvl="0" indent="-228600" algn="l" rtl="0">
              <a:lnSpc>
                <a:spcPct val="100000"/>
              </a:lnSpc>
              <a:spcBef>
                <a:spcPts val="0"/>
              </a:spcBef>
              <a:spcAft>
                <a:spcPts val="0"/>
              </a:spcAft>
              <a:buClr>
                <a:schemeClr val="lt1"/>
              </a:buClr>
              <a:buSzPts val="1400"/>
              <a:buFont typeface="Arial"/>
              <a:buChar char="•"/>
            </a:pPr>
            <a:r>
              <a:rPr lang="en-US" sz="1400" b="0" i="0">
                <a:solidFill>
                  <a:schemeClr val="lt1"/>
                </a:solidFill>
                <a:latin typeface="Arial"/>
                <a:ea typeface="Arial"/>
                <a:cs typeface="Arial"/>
                <a:sym typeface="Arial"/>
              </a:rPr>
              <a:t>in voluptate velit esse cillum dolore eu fugiat nulla pariatur.</a:t>
            </a:r>
            <a:endParaRPr/>
          </a:p>
          <a:p>
            <a:pPr marL="0" marR="0" lvl="0" indent="0" algn="l" rtl="0">
              <a:lnSpc>
                <a:spcPct val="100000"/>
              </a:lnSpc>
              <a:spcBef>
                <a:spcPts val="0"/>
              </a:spcBef>
              <a:spcAft>
                <a:spcPts val="0"/>
              </a:spcAft>
              <a:buClr>
                <a:schemeClr val="dk1"/>
              </a:buClr>
              <a:buSzPts val="1400"/>
              <a:buFont typeface="Arial"/>
              <a:buNone/>
            </a:pPr>
            <a:endParaRPr sz="1400" b="0" i="0">
              <a:solidFill>
                <a:schemeClr val="lt1"/>
              </a:solidFill>
              <a:latin typeface="Arial"/>
              <a:ea typeface="Arial"/>
              <a:cs typeface="Arial"/>
              <a:sym typeface="Arial"/>
            </a:endParaRPr>
          </a:p>
          <a:p>
            <a:pPr marL="228600" marR="0" lvl="0" indent="-139700" algn="l" rtl="0">
              <a:lnSpc>
                <a:spcPct val="100000"/>
              </a:lnSpc>
              <a:spcBef>
                <a:spcPts val="0"/>
              </a:spcBef>
              <a:spcAft>
                <a:spcPts val="0"/>
              </a:spcAft>
              <a:buClr>
                <a:schemeClr val="dk1"/>
              </a:buClr>
              <a:buSzPts val="1400"/>
              <a:buFont typeface="Arial"/>
              <a:buNone/>
            </a:pPr>
            <a:endParaRPr sz="1400" b="0" i="0">
              <a:solidFill>
                <a:schemeClr val="lt1"/>
              </a:solidFill>
              <a:latin typeface="Arial"/>
              <a:ea typeface="Arial"/>
              <a:cs typeface="Arial"/>
              <a:sym typeface="Arial"/>
            </a:endParaRPr>
          </a:p>
        </p:txBody>
      </p:sp>
      <p:sp>
        <p:nvSpPr>
          <p:cNvPr id="130" name="Google Shape;130;p13"/>
          <p:cNvSpPr/>
          <p:nvPr/>
        </p:nvSpPr>
        <p:spPr>
          <a:xfrm>
            <a:off x="6985135" y="1056639"/>
            <a:ext cx="3306813" cy="3306813"/>
          </a:xfrm>
          <a:prstGeom prst="arc">
            <a:avLst>
              <a:gd name="adj1" fmla="val 16201805"/>
              <a:gd name="adj2" fmla="val 3464522"/>
            </a:avLst>
          </a:prstGeom>
          <a:noFill/>
          <a:ln w="254000" cap="flat" cmpd="sng">
            <a:solidFill>
              <a:srgbClr val="0087CD"/>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pic>
        <p:nvPicPr>
          <p:cNvPr id="122" name="Google Shape;122;p13"/>
          <p:cNvPicPr preferRelativeResize="0"/>
          <p:nvPr/>
        </p:nvPicPr>
        <p:blipFill rotWithShape="1">
          <a:blip r:embed="rId2">
            <a:alphaModFix/>
          </a:blip>
          <a:srcRect/>
          <a:stretch/>
        </p:blipFill>
        <p:spPr>
          <a:xfrm>
            <a:off x="5296360" y="565938"/>
            <a:ext cx="6427008" cy="428467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5_Пользовательский макет">
  <p:cSld name="5_Пользовательский макет">
    <p:spTree>
      <p:nvGrpSpPr>
        <p:cNvPr id="1" name="Shape 131"/>
        <p:cNvGrpSpPr/>
        <p:nvPr/>
      </p:nvGrpSpPr>
      <p:grpSpPr>
        <a:xfrm>
          <a:off x="0" y="0"/>
          <a:ext cx="0" cy="0"/>
          <a:chOff x="0" y="0"/>
          <a:chExt cx="0" cy="0"/>
        </a:xfrm>
      </p:grpSpPr>
      <p:sp>
        <p:nvSpPr>
          <p:cNvPr id="132" name="Google Shape;132;p14"/>
          <p:cNvSpPr/>
          <p:nvPr/>
        </p:nvSpPr>
        <p:spPr>
          <a:xfrm>
            <a:off x="0" y="0"/>
            <a:ext cx="12192000" cy="6857999"/>
          </a:xfrm>
          <a:prstGeom prst="rect">
            <a:avLst/>
          </a:prstGeom>
          <a:gradFill>
            <a:gsLst>
              <a:gs pos="0">
                <a:srgbClr val="004CA5"/>
              </a:gs>
              <a:gs pos="72000">
                <a:srgbClr val="0D267A"/>
              </a:gs>
              <a:gs pos="99000">
                <a:srgbClr val="122176"/>
              </a:gs>
              <a:gs pos="100000">
                <a:srgbClr val="122176"/>
              </a:gs>
            </a:gsLst>
            <a:lin ang="19199999"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33" name="Google Shape;133;p14"/>
          <p:cNvSpPr/>
          <p:nvPr/>
        </p:nvSpPr>
        <p:spPr>
          <a:xfrm>
            <a:off x="0" y="0"/>
            <a:ext cx="12192000" cy="2708275"/>
          </a:xfrm>
          <a:prstGeom prst="roundRect">
            <a:avLst>
              <a:gd name="adj" fmla="val 0"/>
            </a:avLst>
          </a:prstGeom>
          <a:solidFill>
            <a:schemeClr val="dk1">
              <a:alpha val="14901"/>
            </a:scheme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a:solidFill>
                <a:schemeClr val="lt1"/>
              </a:solidFill>
              <a:latin typeface="Play"/>
              <a:ea typeface="Play"/>
              <a:cs typeface="Play"/>
              <a:sym typeface="Play"/>
            </a:endParaRPr>
          </a:p>
        </p:txBody>
      </p:sp>
      <p:sp>
        <p:nvSpPr>
          <p:cNvPr id="134" name="Google Shape;134;p14"/>
          <p:cNvSpPr txBox="1">
            <a:spLocks noGrp="1"/>
          </p:cNvSpPr>
          <p:nvPr>
            <p:ph type="title"/>
          </p:nvPr>
        </p:nvSpPr>
        <p:spPr>
          <a:xfrm>
            <a:off x="695325" y="714387"/>
            <a:ext cx="10801349" cy="1346642"/>
          </a:xfrm>
          <a:prstGeom prst="rect">
            <a:avLst/>
          </a:prstGeom>
          <a:noFill/>
          <a:ln>
            <a:noFill/>
          </a:ln>
        </p:spPr>
        <p:txBody>
          <a:bodyPr spcFirstLastPara="1" wrap="square" lIns="0" tIns="0" rIns="0" bIns="0" anchor="t" anchorCtr="0">
            <a:noAutofit/>
          </a:bodyPr>
          <a:lstStyle>
            <a:lvl1pPr marR="0" lvl="0" algn="l" rtl="0">
              <a:lnSpc>
                <a:spcPct val="90000"/>
              </a:lnSpc>
              <a:spcBef>
                <a:spcPts val="0"/>
              </a:spcBef>
              <a:spcAft>
                <a:spcPts val="0"/>
              </a:spcAft>
              <a:buClr>
                <a:schemeClr val="lt1"/>
              </a:buClr>
              <a:buSzPts val="4400"/>
              <a:buFont typeface="Play"/>
              <a:buNone/>
              <a:defRPr sz="4400" b="0" i="0" u="none" strike="noStrike" cap="none">
                <a:solidFill>
                  <a:schemeClr val="lt1"/>
                </a:solidFill>
                <a:latin typeface="Play"/>
                <a:ea typeface="Play"/>
                <a:cs typeface="Play"/>
                <a:sym typeface="Pla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35" name="Google Shape;135;p14"/>
          <p:cNvSpPr/>
          <p:nvPr/>
        </p:nvSpPr>
        <p:spPr>
          <a:xfrm>
            <a:off x="803264" y="2946401"/>
            <a:ext cx="2160588" cy="3219450"/>
          </a:xfrm>
          <a:prstGeom prst="roundRect">
            <a:avLst>
              <a:gd name="adj" fmla="val 16667"/>
            </a:avLst>
          </a:prstGeom>
          <a:solidFill>
            <a:schemeClr val="dk1">
              <a:alpha val="20000"/>
            </a:scheme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36" name="Google Shape;136;p14"/>
          <p:cNvSpPr/>
          <p:nvPr/>
        </p:nvSpPr>
        <p:spPr>
          <a:xfrm>
            <a:off x="3681669" y="2946400"/>
            <a:ext cx="2160588" cy="3219450"/>
          </a:xfrm>
          <a:prstGeom prst="roundRect">
            <a:avLst>
              <a:gd name="adj" fmla="val 16667"/>
            </a:avLst>
          </a:prstGeom>
          <a:solidFill>
            <a:schemeClr val="dk1">
              <a:alpha val="20000"/>
            </a:scheme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37" name="Google Shape;137;p14"/>
          <p:cNvSpPr/>
          <p:nvPr/>
        </p:nvSpPr>
        <p:spPr>
          <a:xfrm>
            <a:off x="9336881" y="2946399"/>
            <a:ext cx="2160588" cy="3219450"/>
          </a:xfrm>
          <a:prstGeom prst="roundRect">
            <a:avLst>
              <a:gd name="adj" fmla="val 16667"/>
            </a:avLst>
          </a:prstGeom>
          <a:solidFill>
            <a:schemeClr val="dk1">
              <a:alpha val="20000"/>
            </a:scheme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38" name="Google Shape;138;p14"/>
          <p:cNvSpPr/>
          <p:nvPr/>
        </p:nvSpPr>
        <p:spPr>
          <a:xfrm>
            <a:off x="1104498" y="4736583"/>
            <a:ext cx="1717079" cy="107721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US" sz="1400">
                <a:solidFill>
                  <a:schemeClr val="lt1"/>
                </a:solidFill>
                <a:latin typeface="Arial"/>
                <a:ea typeface="Arial"/>
                <a:cs typeface="Arial"/>
                <a:sym typeface="Arial"/>
              </a:rPr>
              <a:t>Lorem ipsum dolor sit amet, consectetuer adipiscing elit, sed diam nonummy.</a:t>
            </a:r>
            <a:endParaRPr/>
          </a:p>
        </p:txBody>
      </p:sp>
      <p:sp>
        <p:nvSpPr>
          <p:cNvPr id="139" name="Google Shape;139;p14"/>
          <p:cNvSpPr/>
          <p:nvPr/>
        </p:nvSpPr>
        <p:spPr>
          <a:xfrm>
            <a:off x="1104499" y="4346856"/>
            <a:ext cx="1618635" cy="276999"/>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US" sz="1800" b="1">
                <a:solidFill>
                  <a:schemeClr val="lt1"/>
                </a:solidFill>
                <a:latin typeface="Play"/>
                <a:ea typeface="Play"/>
                <a:cs typeface="Play"/>
                <a:sym typeface="Play"/>
              </a:rPr>
              <a:t>Lorem ipsum</a:t>
            </a:r>
            <a:endParaRPr/>
          </a:p>
        </p:txBody>
      </p:sp>
      <p:sp>
        <p:nvSpPr>
          <p:cNvPr id="140" name="Google Shape;140;p14"/>
          <p:cNvSpPr/>
          <p:nvPr/>
        </p:nvSpPr>
        <p:spPr>
          <a:xfrm>
            <a:off x="3954451" y="4736583"/>
            <a:ext cx="1717079" cy="107721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US" sz="1400">
                <a:solidFill>
                  <a:schemeClr val="lt1"/>
                </a:solidFill>
                <a:latin typeface="Arial"/>
                <a:ea typeface="Arial"/>
                <a:cs typeface="Arial"/>
                <a:sym typeface="Arial"/>
              </a:rPr>
              <a:t>Lorem ipsum dolor sit amet, consectetuer adipiscing elit, sed diam nonummy.</a:t>
            </a:r>
            <a:endParaRPr/>
          </a:p>
        </p:txBody>
      </p:sp>
      <p:sp>
        <p:nvSpPr>
          <p:cNvPr id="141" name="Google Shape;141;p14"/>
          <p:cNvSpPr/>
          <p:nvPr/>
        </p:nvSpPr>
        <p:spPr>
          <a:xfrm>
            <a:off x="3954452" y="4346856"/>
            <a:ext cx="1618635" cy="276999"/>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US" sz="1800" b="1">
                <a:solidFill>
                  <a:schemeClr val="lt1"/>
                </a:solidFill>
                <a:latin typeface="Play"/>
                <a:ea typeface="Play"/>
                <a:cs typeface="Play"/>
                <a:sym typeface="Play"/>
              </a:rPr>
              <a:t>Lorem ipsum</a:t>
            </a:r>
            <a:endParaRPr/>
          </a:p>
        </p:txBody>
      </p:sp>
      <p:sp>
        <p:nvSpPr>
          <p:cNvPr id="142" name="Google Shape;142;p14"/>
          <p:cNvSpPr/>
          <p:nvPr/>
        </p:nvSpPr>
        <p:spPr>
          <a:xfrm>
            <a:off x="9607281" y="4736583"/>
            <a:ext cx="1717079" cy="107721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US" sz="1400">
                <a:solidFill>
                  <a:schemeClr val="lt1"/>
                </a:solidFill>
                <a:latin typeface="Arial"/>
                <a:ea typeface="Arial"/>
                <a:cs typeface="Arial"/>
                <a:sym typeface="Arial"/>
              </a:rPr>
              <a:t>Lorem ipsum dolor sit amet, consectetuer adipiscing elit, sed diam nonummy.</a:t>
            </a:r>
            <a:endParaRPr/>
          </a:p>
        </p:txBody>
      </p:sp>
      <p:sp>
        <p:nvSpPr>
          <p:cNvPr id="143" name="Google Shape;143;p14"/>
          <p:cNvSpPr/>
          <p:nvPr/>
        </p:nvSpPr>
        <p:spPr>
          <a:xfrm>
            <a:off x="9607282" y="4346856"/>
            <a:ext cx="1618635" cy="276999"/>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US" sz="1800" b="1">
                <a:solidFill>
                  <a:schemeClr val="lt1"/>
                </a:solidFill>
                <a:latin typeface="Play"/>
                <a:ea typeface="Play"/>
                <a:cs typeface="Play"/>
                <a:sym typeface="Play"/>
              </a:rPr>
              <a:t>Lorem ipsum</a:t>
            </a:r>
            <a:endParaRPr/>
          </a:p>
        </p:txBody>
      </p:sp>
      <p:sp>
        <p:nvSpPr>
          <p:cNvPr id="144" name="Google Shape;144;p14"/>
          <p:cNvSpPr/>
          <p:nvPr/>
        </p:nvSpPr>
        <p:spPr>
          <a:xfrm>
            <a:off x="6509275" y="2946399"/>
            <a:ext cx="2160588" cy="3219450"/>
          </a:xfrm>
          <a:prstGeom prst="roundRect">
            <a:avLst>
              <a:gd name="adj" fmla="val 16667"/>
            </a:avLst>
          </a:prstGeom>
          <a:solidFill>
            <a:schemeClr val="dk1">
              <a:alpha val="20000"/>
            </a:scheme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45" name="Google Shape;145;p14"/>
          <p:cNvSpPr/>
          <p:nvPr/>
        </p:nvSpPr>
        <p:spPr>
          <a:xfrm>
            <a:off x="6779675" y="4736583"/>
            <a:ext cx="1717079" cy="107721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US" sz="1400">
                <a:solidFill>
                  <a:schemeClr val="lt1"/>
                </a:solidFill>
                <a:latin typeface="Arial"/>
                <a:ea typeface="Arial"/>
                <a:cs typeface="Arial"/>
                <a:sym typeface="Arial"/>
              </a:rPr>
              <a:t>Lorem ipsum dolor sit amet, consectetuer adipiscing elit, sed diam nonummy.</a:t>
            </a:r>
            <a:endParaRPr/>
          </a:p>
        </p:txBody>
      </p:sp>
      <p:sp>
        <p:nvSpPr>
          <p:cNvPr id="146" name="Google Shape;146;p14"/>
          <p:cNvSpPr/>
          <p:nvPr/>
        </p:nvSpPr>
        <p:spPr>
          <a:xfrm>
            <a:off x="6779676" y="4346856"/>
            <a:ext cx="1618635" cy="276999"/>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US" sz="1800" b="1">
                <a:solidFill>
                  <a:schemeClr val="lt1"/>
                </a:solidFill>
                <a:latin typeface="Play"/>
                <a:ea typeface="Play"/>
                <a:cs typeface="Play"/>
                <a:sym typeface="Play"/>
              </a:rPr>
              <a:t>Lorem ipsum</a:t>
            </a:r>
            <a:endParaRPr/>
          </a:p>
        </p:txBody>
      </p:sp>
      <p:pic>
        <p:nvPicPr>
          <p:cNvPr id="147" name="Google Shape;147;p14"/>
          <p:cNvPicPr preferRelativeResize="0"/>
          <p:nvPr/>
        </p:nvPicPr>
        <p:blipFill rotWithShape="1">
          <a:blip r:embed="rId2">
            <a:alphaModFix/>
          </a:blip>
          <a:srcRect/>
          <a:stretch/>
        </p:blipFill>
        <p:spPr>
          <a:xfrm>
            <a:off x="9938380" y="2900076"/>
            <a:ext cx="956436" cy="1493103"/>
          </a:xfrm>
          <a:prstGeom prst="rect">
            <a:avLst/>
          </a:prstGeom>
          <a:noFill/>
          <a:ln>
            <a:noFill/>
          </a:ln>
        </p:spPr>
      </p:pic>
      <p:pic>
        <p:nvPicPr>
          <p:cNvPr id="148" name="Google Shape;148;p14"/>
          <p:cNvPicPr preferRelativeResize="0"/>
          <p:nvPr/>
        </p:nvPicPr>
        <p:blipFill rotWithShape="1">
          <a:blip r:embed="rId3">
            <a:alphaModFix/>
          </a:blip>
          <a:srcRect/>
          <a:stretch/>
        </p:blipFill>
        <p:spPr>
          <a:xfrm>
            <a:off x="7051266" y="2856689"/>
            <a:ext cx="1030437" cy="1487228"/>
          </a:xfrm>
          <a:prstGeom prst="rect">
            <a:avLst/>
          </a:prstGeom>
          <a:noFill/>
          <a:ln>
            <a:noFill/>
          </a:ln>
        </p:spPr>
      </p:pic>
      <p:pic>
        <p:nvPicPr>
          <p:cNvPr id="149" name="Google Shape;149;p14"/>
          <p:cNvPicPr preferRelativeResize="0"/>
          <p:nvPr/>
        </p:nvPicPr>
        <p:blipFill rotWithShape="1">
          <a:blip r:embed="rId4">
            <a:alphaModFix/>
          </a:blip>
          <a:srcRect/>
          <a:stretch/>
        </p:blipFill>
        <p:spPr>
          <a:xfrm>
            <a:off x="4168356" y="2827135"/>
            <a:ext cx="991846" cy="1493103"/>
          </a:xfrm>
          <a:prstGeom prst="rect">
            <a:avLst/>
          </a:prstGeom>
          <a:noFill/>
          <a:ln>
            <a:noFill/>
          </a:ln>
        </p:spPr>
      </p:pic>
      <p:pic>
        <p:nvPicPr>
          <p:cNvPr id="150" name="Google Shape;150;p14"/>
          <p:cNvPicPr preferRelativeResize="0"/>
          <p:nvPr/>
        </p:nvPicPr>
        <p:blipFill rotWithShape="1">
          <a:blip r:embed="rId5">
            <a:alphaModFix/>
          </a:blip>
          <a:srcRect/>
          <a:stretch/>
        </p:blipFill>
        <p:spPr>
          <a:xfrm>
            <a:off x="1364490" y="2775416"/>
            <a:ext cx="967062" cy="1493102"/>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17_Пустой слайд">
  <p:cSld name="17_Пустой слайд">
    <p:spTree>
      <p:nvGrpSpPr>
        <p:cNvPr id="1" name="Shape 151"/>
        <p:cNvGrpSpPr/>
        <p:nvPr/>
      </p:nvGrpSpPr>
      <p:grpSpPr>
        <a:xfrm>
          <a:off x="0" y="0"/>
          <a:ext cx="0" cy="0"/>
          <a:chOff x="0" y="0"/>
          <a:chExt cx="0" cy="0"/>
        </a:xfrm>
      </p:grpSpPr>
      <p:sp>
        <p:nvSpPr>
          <p:cNvPr id="152" name="Google Shape;152;p15"/>
          <p:cNvSpPr/>
          <p:nvPr/>
        </p:nvSpPr>
        <p:spPr>
          <a:xfrm>
            <a:off x="0" y="0"/>
            <a:ext cx="7454348" cy="6857999"/>
          </a:xfrm>
          <a:prstGeom prst="rect">
            <a:avLst/>
          </a:prstGeom>
          <a:gradFill>
            <a:gsLst>
              <a:gs pos="0">
                <a:srgbClr val="004CA5"/>
              </a:gs>
              <a:gs pos="72000">
                <a:srgbClr val="0D267A"/>
              </a:gs>
              <a:gs pos="99000">
                <a:srgbClr val="122176"/>
              </a:gs>
              <a:gs pos="100000">
                <a:srgbClr val="122176"/>
              </a:gs>
            </a:gsLst>
            <a:lin ang="19199999"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53" name="Google Shape;153;p15"/>
          <p:cNvSpPr txBox="1">
            <a:spLocks noGrp="1"/>
          </p:cNvSpPr>
          <p:nvPr>
            <p:ph type="title"/>
          </p:nvPr>
        </p:nvSpPr>
        <p:spPr>
          <a:xfrm>
            <a:off x="634696" y="1766758"/>
            <a:ext cx="5138555" cy="1325563"/>
          </a:xfrm>
          <a:prstGeom prst="rect">
            <a:avLst/>
          </a:prstGeom>
          <a:noFill/>
          <a:ln>
            <a:noFill/>
          </a:ln>
        </p:spPr>
        <p:txBody>
          <a:bodyPr spcFirstLastPara="1" wrap="square" lIns="91425" tIns="45700" rIns="91425" bIns="45700" anchor="t" anchorCtr="0">
            <a:noAutofit/>
          </a:bodyPr>
          <a:lstStyle>
            <a:lvl1pPr marR="0" lvl="0" algn="l" rtl="0">
              <a:lnSpc>
                <a:spcPct val="90000"/>
              </a:lnSpc>
              <a:spcBef>
                <a:spcPts val="0"/>
              </a:spcBef>
              <a:spcAft>
                <a:spcPts val="0"/>
              </a:spcAft>
              <a:buClr>
                <a:schemeClr val="lt1"/>
              </a:buClr>
              <a:buSzPts val="4400"/>
              <a:buFont typeface="Play"/>
              <a:buNone/>
              <a:defRPr sz="4400" b="0" i="0" u="none" strike="noStrike" cap="none">
                <a:solidFill>
                  <a:schemeClr val="lt1"/>
                </a:solidFill>
                <a:latin typeface="Play"/>
                <a:ea typeface="Play"/>
                <a:cs typeface="Play"/>
                <a:sym typeface="Pla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54" name="Google Shape;154;p15"/>
          <p:cNvSpPr txBox="1"/>
          <p:nvPr/>
        </p:nvSpPr>
        <p:spPr>
          <a:xfrm>
            <a:off x="9210368" y="6356350"/>
            <a:ext cx="2743200" cy="365125"/>
          </a:xfrm>
          <a:prstGeom prst="rect">
            <a:avLst/>
          </a:prstGeom>
          <a:noFill/>
          <a:ln>
            <a:noFill/>
          </a:ln>
        </p:spPr>
        <p:txBody>
          <a:bodyPr spcFirstLastPara="1" wrap="square" lIns="91425" tIns="45700" rIns="91425" bIns="45700" anchor="ctr" anchorCtr="0">
            <a:noAutofit/>
          </a:bodyPr>
          <a:lstStyle/>
          <a:p>
            <a:pPr marL="0" marR="0" lvl="0" indent="0" algn="r" rtl="0">
              <a:spcBef>
                <a:spcPts val="0"/>
              </a:spcBef>
              <a:spcAft>
                <a:spcPts val="0"/>
              </a:spcAft>
              <a:buNone/>
            </a:pPr>
            <a:fld id="{00000000-1234-1234-1234-123412341234}" type="slidenum">
              <a:rPr lang="en-US" sz="1200" b="0" i="0">
                <a:solidFill>
                  <a:schemeClr val="lt1"/>
                </a:solidFill>
                <a:latin typeface="Play"/>
                <a:ea typeface="Play"/>
                <a:cs typeface="Play"/>
                <a:sym typeface="Play"/>
              </a:rPr>
              <a:t>‹#›</a:t>
            </a:fld>
            <a:endParaRPr sz="1200" b="0" i="0">
              <a:solidFill>
                <a:schemeClr val="lt1"/>
              </a:solidFill>
              <a:latin typeface="Play"/>
              <a:ea typeface="Play"/>
              <a:cs typeface="Play"/>
              <a:sym typeface="Play"/>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13_Пустой слайд">
  <p:cSld name="13_Пустой слайд">
    <p:bg>
      <p:bgPr>
        <a:solidFill>
          <a:srgbClr val="F2F2F2"/>
        </a:solidFill>
        <a:effectLst/>
      </p:bgPr>
    </p:bg>
    <p:spTree>
      <p:nvGrpSpPr>
        <p:cNvPr id="1" name="Shape 155"/>
        <p:cNvGrpSpPr/>
        <p:nvPr/>
      </p:nvGrpSpPr>
      <p:grpSpPr>
        <a:xfrm>
          <a:off x="0" y="0"/>
          <a:ext cx="0" cy="0"/>
          <a:chOff x="0" y="0"/>
          <a:chExt cx="0" cy="0"/>
        </a:xfrm>
      </p:grpSpPr>
      <p:sp>
        <p:nvSpPr>
          <p:cNvPr id="156" name="Google Shape;156;p16"/>
          <p:cNvSpPr/>
          <p:nvPr/>
        </p:nvSpPr>
        <p:spPr>
          <a:xfrm>
            <a:off x="0" y="0"/>
            <a:ext cx="12192000" cy="6857999"/>
          </a:xfrm>
          <a:prstGeom prst="rect">
            <a:avLst/>
          </a:prstGeom>
          <a:gradFill>
            <a:gsLst>
              <a:gs pos="0">
                <a:srgbClr val="004CA5"/>
              </a:gs>
              <a:gs pos="72000">
                <a:srgbClr val="0D267A"/>
              </a:gs>
              <a:gs pos="99000">
                <a:srgbClr val="122176"/>
              </a:gs>
              <a:gs pos="100000">
                <a:srgbClr val="122176"/>
              </a:gs>
            </a:gsLst>
            <a:lin ang="19199999"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57" name="Google Shape;157;p16"/>
          <p:cNvSpPr txBox="1">
            <a:spLocks noGrp="1"/>
          </p:cNvSpPr>
          <p:nvPr>
            <p:ph type="body" idx="1"/>
          </p:nvPr>
        </p:nvSpPr>
        <p:spPr>
          <a:xfrm>
            <a:off x="630239" y="1643063"/>
            <a:ext cx="3374494" cy="4630737"/>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30000"/>
              </a:lnSpc>
              <a:spcBef>
                <a:spcPts val="0"/>
              </a:spcBef>
              <a:spcAft>
                <a:spcPts val="0"/>
              </a:spcAft>
              <a:buClr>
                <a:schemeClr val="lt1"/>
              </a:buClr>
              <a:buSzPts val="1100"/>
              <a:buFont typeface="Arial"/>
              <a:buNone/>
              <a:defRPr sz="1100" b="0" i="0" u="none" strike="noStrike" cap="none">
                <a:solidFill>
                  <a:schemeClr val="lt1"/>
                </a:solidFill>
                <a:latin typeface="Arial"/>
                <a:ea typeface="Arial"/>
                <a:cs typeface="Arial"/>
                <a:sym typeface="Arial"/>
              </a:defRPr>
            </a:lvl1pPr>
            <a:lvl2pPr marL="914400" marR="0" lvl="1" indent="-228600" algn="l" rtl="0">
              <a:lnSpc>
                <a:spcPct val="130000"/>
              </a:lnSpc>
              <a:spcBef>
                <a:spcPts val="800"/>
              </a:spcBef>
              <a:spcAft>
                <a:spcPts val="0"/>
              </a:spcAft>
              <a:buClr>
                <a:schemeClr val="lt1"/>
              </a:buClr>
              <a:buSzPts val="1050"/>
              <a:buFont typeface="Arial"/>
              <a:buNone/>
              <a:defRPr sz="1050" b="0" i="0" u="none" strike="noStrike" cap="none">
                <a:solidFill>
                  <a:schemeClr val="lt1"/>
                </a:solidFill>
                <a:latin typeface="Arial"/>
                <a:ea typeface="Arial"/>
                <a:cs typeface="Arial"/>
                <a:sym typeface="Arial"/>
              </a:defRPr>
            </a:lvl2pPr>
            <a:lvl3pPr marL="1371600" marR="0" lvl="2" indent="-228600" algn="l" rtl="0">
              <a:lnSpc>
                <a:spcPct val="130000"/>
              </a:lnSpc>
              <a:spcBef>
                <a:spcPts val="800"/>
              </a:spcBef>
              <a:spcAft>
                <a:spcPts val="0"/>
              </a:spcAft>
              <a:buClr>
                <a:schemeClr val="lt1"/>
              </a:buClr>
              <a:buSzPts val="1000"/>
              <a:buFont typeface="Arial"/>
              <a:buNone/>
              <a:defRPr sz="1000" b="0" i="0" u="none" strike="noStrike" cap="none">
                <a:solidFill>
                  <a:schemeClr val="lt1"/>
                </a:solidFill>
                <a:latin typeface="Arial"/>
                <a:ea typeface="Arial"/>
                <a:cs typeface="Arial"/>
                <a:sym typeface="Arial"/>
              </a:defRPr>
            </a:lvl3pPr>
            <a:lvl4pPr marL="1828800" marR="0" lvl="3" indent="-228600" algn="l" rtl="0">
              <a:lnSpc>
                <a:spcPct val="130000"/>
              </a:lnSpc>
              <a:spcBef>
                <a:spcPts val="800"/>
              </a:spcBef>
              <a:spcAft>
                <a:spcPts val="0"/>
              </a:spcAft>
              <a:buClr>
                <a:schemeClr val="lt1"/>
              </a:buClr>
              <a:buSzPts val="900"/>
              <a:buFont typeface="Arial"/>
              <a:buNone/>
              <a:defRPr sz="900" b="0" i="0" u="none" strike="noStrike" cap="none">
                <a:solidFill>
                  <a:schemeClr val="lt1"/>
                </a:solidFill>
                <a:latin typeface="Arial"/>
                <a:ea typeface="Arial"/>
                <a:cs typeface="Arial"/>
                <a:sym typeface="Arial"/>
              </a:defRPr>
            </a:lvl4pPr>
            <a:lvl5pPr marL="2286000" marR="0" lvl="4" indent="-228600" algn="l" rtl="0">
              <a:lnSpc>
                <a:spcPct val="130000"/>
              </a:lnSpc>
              <a:spcBef>
                <a:spcPts val="800"/>
              </a:spcBef>
              <a:spcAft>
                <a:spcPts val="0"/>
              </a:spcAft>
              <a:buClr>
                <a:schemeClr val="lt1"/>
              </a:buClr>
              <a:buSzPts val="900"/>
              <a:buFont typeface="Arial"/>
              <a:buNone/>
              <a:defRPr sz="900" b="0" i="0" u="none" strike="noStrike" cap="none">
                <a:solidFill>
                  <a:schemeClr val="lt1"/>
                </a:solidFill>
                <a:latin typeface="Arial"/>
                <a:ea typeface="Arial"/>
                <a:cs typeface="Arial"/>
                <a:sym typeface="Arial"/>
              </a:defRPr>
            </a:lvl5pPr>
            <a:lvl6pPr marL="2743200" marR="0" lvl="5" indent="-342900" algn="l" rtl="0">
              <a:lnSpc>
                <a:spcPct val="90000"/>
              </a:lnSpc>
              <a:spcBef>
                <a:spcPts val="8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58" name="Google Shape;158;p16"/>
          <p:cNvSpPr txBox="1">
            <a:spLocks noGrp="1"/>
          </p:cNvSpPr>
          <p:nvPr>
            <p:ph type="body" idx="2"/>
          </p:nvPr>
        </p:nvSpPr>
        <p:spPr>
          <a:xfrm>
            <a:off x="4307154" y="1643063"/>
            <a:ext cx="3374494" cy="4630737"/>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30000"/>
              </a:lnSpc>
              <a:spcBef>
                <a:spcPts val="0"/>
              </a:spcBef>
              <a:spcAft>
                <a:spcPts val="0"/>
              </a:spcAft>
              <a:buClr>
                <a:schemeClr val="lt1"/>
              </a:buClr>
              <a:buSzPts val="1100"/>
              <a:buFont typeface="Arial"/>
              <a:buNone/>
              <a:defRPr sz="1100" b="0" i="0" u="none" strike="noStrike" cap="none">
                <a:solidFill>
                  <a:schemeClr val="lt1"/>
                </a:solidFill>
                <a:latin typeface="Arial"/>
                <a:ea typeface="Arial"/>
                <a:cs typeface="Arial"/>
                <a:sym typeface="Arial"/>
              </a:defRPr>
            </a:lvl1pPr>
            <a:lvl2pPr marL="914400" marR="0" lvl="1" indent="-228600" algn="l" rtl="0">
              <a:lnSpc>
                <a:spcPct val="130000"/>
              </a:lnSpc>
              <a:spcBef>
                <a:spcPts val="800"/>
              </a:spcBef>
              <a:spcAft>
                <a:spcPts val="0"/>
              </a:spcAft>
              <a:buClr>
                <a:schemeClr val="lt1"/>
              </a:buClr>
              <a:buSzPts val="1050"/>
              <a:buFont typeface="Arial"/>
              <a:buNone/>
              <a:defRPr sz="1050" b="0" i="0" u="none" strike="noStrike" cap="none">
                <a:solidFill>
                  <a:schemeClr val="lt1"/>
                </a:solidFill>
                <a:latin typeface="Arial"/>
                <a:ea typeface="Arial"/>
                <a:cs typeface="Arial"/>
                <a:sym typeface="Arial"/>
              </a:defRPr>
            </a:lvl2pPr>
            <a:lvl3pPr marL="1371600" marR="0" lvl="2" indent="-228600" algn="l" rtl="0">
              <a:lnSpc>
                <a:spcPct val="130000"/>
              </a:lnSpc>
              <a:spcBef>
                <a:spcPts val="800"/>
              </a:spcBef>
              <a:spcAft>
                <a:spcPts val="0"/>
              </a:spcAft>
              <a:buClr>
                <a:schemeClr val="lt1"/>
              </a:buClr>
              <a:buSzPts val="1000"/>
              <a:buFont typeface="Arial"/>
              <a:buNone/>
              <a:defRPr sz="1000" b="0" i="0" u="none" strike="noStrike" cap="none">
                <a:solidFill>
                  <a:schemeClr val="lt1"/>
                </a:solidFill>
                <a:latin typeface="Arial"/>
                <a:ea typeface="Arial"/>
                <a:cs typeface="Arial"/>
                <a:sym typeface="Arial"/>
              </a:defRPr>
            </a:lvl3pPr>
            <a:lvl4pPr marL="1828800" marR="0" lvl="3" indent="-228600" algn="l" rtl="0">
              <a:lnSpc>
                <a:spcPct val="130000"/>
              </a:lnSpc>
              <a:spcBef>
                <a:spcPts val="800"/>
              </a:spcBef>
              <a:spcAft>
                <a:spcPts val="0"/>
              </a:spcAft>
              <a:buClr>
                <a:schemeClr val="lt1"/>
              </a:buClr>
              <a:buSzPts val="900"/>
              <a:buFont typeface="Arial"/>
              <a:buNone/>
              <a:defRPr sz="900" b="0" i="0" u="none" strike="noStrike" cap="none">
                <a:solidFill>
                  <a:schemeClr val="lt1"/>
                </a:solidFill>
                <a:latin typeface="Arial"/>
                <a:ea typeface="Arial"/>
                <a:cs typeface="Arial"/>
                <a:sym typeface="Arial"/>
              </a:defRPr>
            </a:lvl4pPr>
            <a:lvl5pPr marL="2286000" marR="0" lvl="4" indent="-228600" algn="l" rtl="0">
              <a:lnSpc>
                <a:spcPct val="130000"/>
              </a:lnSpc>
              <a:spcBef>
                <a:spcPts val="800"/>
              </a:spcBef>
              <a:spcAft>
                <a:spcPts val="0"/>
              </a:spcAft>
              <a:buClr>
                <a:schemeClr val="lt1"/>
              </a:buClr>
              <a:buSzPts val="900"/>
              <a:buFont typeface="Arial"/>
              <a:buNone/>
              <a:defRPr sz="900" b="0" i="0" u="none" strike="noStrike" cap="none">
                <a:solidFill>
                  <a:schemeClr val="lt1"/>
                </a:solidFill>
                <a:latin typeface="Arial"/>
                <a:ea typeface="Arial"/>
                <a:cs typeface="Arial"/>
                <a:sym typeface="Arial"/>
              </a:defRPr>
            </a:lvl5pPr>
            <a:lvl6pPr marL="2743200" marR="0" lvl="5" indent="-342900" algn="l" rtl="0">
              <a:lnSpc>
                <a:spcPct val="90000"/>
              </a:lnSpc>
              <a:spcBef>
                <a:spcPts val="8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59" name="Google Shape;159;p16"/>
          <p:cNvSpPr txBox="1">
            <a:spLocks noGrp="1"/>
          </p:cNvSpPr>
          <p:nvPr>
            <p:ph type="body" idx="3"/>
          </p:nvPr>
        </p:nvSpPr>
        <p:spPr>
          <a:xfrm>
            <a:off x="7984069" y="1643063"/>
            <a:ext cx="3374494" cy="4630737"/>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30000"/>
              </a:lnSpc>
              <a:spcBef>
                <a:spcPts val="0"/>
              </a:spcBef>
              <a:spcAft>
                <a:spcPts val="0"/>
              </a:spcAft>
              <a:buClr>
                <a:schemeClr val="lt1"/>
              </a:buClr>
              <a:buSzPts val="1100"/>
              <a:buFont typeface="Arial"/>
              <a:buNone/>
              <a:defRPr sz="1100" b="0" i="0" u="none" strike="noStrike" cap="none">
                <a:solidFill>
                  <a:schemeClr val="lt1"/>
                </a:solidFill>
                <a:latin typeface="Arial"/>
                <a:ea typeface="Arial"/>
                <a:cs typeface="Arial"/>
                <a:sym typeface="Arial"/>
              </a:defRPr>
            </a:lvl1pPr>
            <a:lvl2pPr marL="914400" marR="0" lvl="1" indent="-228600" algn="l" rtl="0">
              <a:lnSpc>
                <a:spcPct val="130000"/>
              </a:lnSpc>
              <a:spcBef>
                <a:spcPts val="800"/>
              </a:spcBef>
              <a:spcAft>
                <a:spcPts val="0"/>
              </a:spcAft>
              <a:buClr>
                <a:schemeClr val="lt1"/>
              </a:buClr>
              <a:buSzPts val="1050"/>
              <a:buFont typeface="Arial"/>
              <a:buNone/>
              <a:defRPr sz="1050" b="0" i="0" u="none" strike="noStrike" cap="none">
                <a:solidFill>
                  <a:schemeClr val="lt1"/>
                </a:solidFill>
                <a:latin typeface="Arial"/>
                <a:ea typeface="Arial"/>
                <a:cs typeface="Arial"/>
                <a:sym typeface="Arial"/>
              </a:defRPr>
            </a:lvl2pPr>
            <a:lvl3pPr marL="1371600" marR="0" lvl="2" indent="-228600" algn="l" rtl="0">
              <a:lnSpc>
                <a:spcPct val="130000"/>
              </a:lnSpc>
              <a:spcBef>
                <a:spcPts val="800"/>
              </a:spcBef>
              <a:spcAft>
                <a:spcPts val="0"/>
              </a:spcAft>
              <a:buClr>
                <a:schemeClr val="lt1"/>
              </a:buClr>
              <a:buSzPts val="1000"/>
              <a:buFont typeface="Arial"/>
              <a:buNone/>
              <a:defRPr sz="1000" b="0" i="0" u="none" strike="noStrike" cap="none">
                <a:solidFill>
                  <a:schemeClr val="lt1"/>
                </a:solidFill>
                <a:latin typeface="Arial"/>
                <a:ea typeface="Arial"/>
                <a:cs typeface="Arial"/>
                <a:sym typeface="Arial"/>
              </a:defRPr>
            </a:lvl3pPr>
            <a:lvl4pPr marL="1828800" marR="0" lvl="3" indent="-228600" algn="l" rtl="0">
              <a:lnSpc>
                <a:spcPct val="130000"/>
              </a:lnSpc>
              <a:spcBef>
                <a:spcPts val="800"/>
              </a:spcBef>
              <a:spcAft>
                <a:spcPts val="0"/>
              </a:spcAft>
              <a:buClr>
                <a:schemeClr val="lt1"/>
              </a:buClr>
              <a:buSzPts val="900"/>
              <a:buFont typeface="Arial"/>
              <a:buNone/>
              <a:defRPr sz="900" b="0" i="0" u="none" strike="noStrike" cap="none">
                <a:solidFill>
                  <a:schemeClr val="lt1"/>
                </a:solidFill>
                <a:latin typeface="Arial"/>
                <a:ea typeface="Arial"/>
                <a:cs typeface="Arial"/>
                <a:sym typeface="Arial"/>
              </a:defRPr>
            </a:lvl4pPr>
            <a:lvl5pPr marL="2286000" marR="0" lvl="4" indent="-228600" algn="l" rtl="0">
              <a:lnSpc>
                <a:spcPct val="130000"/>
              </a:lnSpc>
              <a:spcBef>
                <a:spcPts val="800"/>
              </a:spcBef>
              <a:spcAft>
                <a:spcPts val="0"/>
              </a:spcAft>
              <a:buClr>
                <a:schemeClr val="lt1"/>
              </a:buClr>
              <a:buSzPts val="900"/>
              <a:buFont typeface="Arial"/>
              <a:buNone/>
              <a:defRPr sz="900" b="0" i="0" u="none" strike="noStrike" cap="none">
                <a:solidFill>
                  <a:schemeClr val="lt1"/>
                </a:solidFill>
                <a:latin typeface="Arial"/>
                <a:ea typeface="Arial"/>
                <a:cs typeface="Arial"/>
                <a:sym typeface="Arial"/>
              </a:defRPr>
            </a:lvl5pPr>
            <a:lvl6pPr marL="2743200" marR="0" lvl="5" indent="-342900" algn="l" rtl="0">
              <a:lnSpc>
                <a:spcPct val="90000"/>
              </a:lnSpc>
              <a:spcBef>
                <a:spcPts val="8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60" name="Google Shape;160;p16"/>
          <p:cNvSpPr txBox="1">
            <a:spLocks noGrp="1"/>
          </p:cNvSpPr>
          <p:nvPr>
            <p:ph type="title"/>
          </p:nvPr>
        </p:nvSpPr>
        <p:spPr>
          <a:xfrm>
            <a:off x="602226" y="503596"/>
            <a:ext cx="10515600" cy="1325563"/>
          </a:xfrm>
          <a:prstGeom prst="rect">
            <a:avLst/>
          </a:prstGeom>
          <a:noFill/>
          <a:ln>
            <a:noFill/>
          </a:ln>
        </p:spPr>
        <p:txBody>
          <a:bodyPr spcFirstLastPara="1" wrap="square" lIns="91425" tIns="45700" rIns="91425" bIns="45700" anchor="t" anchorCtr="0">
            <a:noAutofit/>
          </a:bodyPr>
          <a:lstStyle>
            <a:lvl1pPr marR="0" lvl="0" algn="l" rtl="0">
              <a:lnSpc>
                <a:spcPct val="90000"/>
              </a:lnSpc>
              <a:spcBef>
                <a:spcPts val="0"/>
              </a:spcBef>
              <a:spcAft>
                <a:spcPts val="0"/>
              </a:spcAft>
              <a:buClr>
                <a:schemeClr val="lt1"/>
              </a:buClr>
              <a:buSzPts val="2800"/>
              <a:buFont typeface="Play"/>
              <a:buNone/>
              <a:defRPr sz="2800" b="0" i="0" u="none" strike="noStrike" cap="none">
                <a:solidFill>
                  <a:schemeClr val="lt1"/>
                </a:solidFill>
                <a:latin typeface="Play"/>
                <a:ea typeface="Play"/>
                <a:cs typeface="Play"/>
                <a:sym typeface="Pla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p:nvPr/>
        </p:nvSpPr>
        <p:spPr>
          <a:xfrm>
            <a:off x="0" y="-1178182"/>
            <a:ext cx="773270" cy="773270"/>
          </a:xfrm>
          <a:prstGeom prst="ellipse">
            <a:avLst/>
          </a:prstGeom>
          <a:solidFill>
            <a:srgbClr val="184EA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1" name="Google Shape;11;p1"/>
          <p:cNvSpPr/>
          <p:nvPr/>
        </p:nvSpPr>
        <p:spPr>
          <a:xfrm>
            <a:off x="1171205" y="-1178182"/>
            <a:ext cx="773270" cy="773270"/>
          </a:xfrm>
          <a:prstGeom prst="ellipse">
            <a:avLst/>
          </a:prstGeom>
          <a:solidFill>
            <a:srgbClr val="1D277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2" name="Google Shape;12;p1"/>
          <p:cNvSpPr/>
          <p:nvPr/>
        </p:nvSpPr>
        <p:spPr>
          <a:xfrm>
            <a:off x="2342410" y="-1178182"/>
            <a:ext cx="773270" cy="773270"/>
          </a:xfrm>
          <a:prstGeom prst="ellipse">
            <a:avLst/>
          </a:prstGeom>
          <a:solidFill>
            <a:srgbClr val="42E3B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3" name="Google Shape;13;p1"/>
          <p:cNvSpPr/>
          <p:nvPr/>
        </p:nvSpPr>
        <p:spPr>
          <a:xfrm>
            <a:off x="3513616" y="-1178182"/>
            <a:ext cx="773270" cy="773270"/>
          </a:xfrm>
          <a:prstGeom prst="ellipse">
            <a:avLst/>
          </a:prstGeom>
          <a:solidFill>
            <a:srgbClr val="0087CD"/>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pos="438">
          <p15:clr>
            <a:srgbClr val="F26B43"/>
          </p15:clr>
        </p15:guide>
        <p15:guide id="2" orient="horz" pos="436">
          <p15:clr>
            <a:srgbClr val="F26B43"/>
          </p15:clr>
        </p15:guide>
        <p15:guide id="3" pos="7242">
          <p15:clr>
            <a:srgbClr val="F26B43"/>
          </p15:clr>
        </p15:guide>
        <p15:guide id="4" orient="horz" pos="3884">
          <p15:clr>
            <a:srgbClr val="F26B43"/>
          </p15:clr>
        </p15:guide>
        <p15:guide id="5" orient="horz" pos="2160">
          <p15:clr>
            <a:srgbClr val="F26B43"/>
          </p15:clr>
        </p15:guide>
        <p15:guide id="6" orient="horz" pos="3521">
          <p15:clr>
            <a:srgbClr val="F26B43"/>
          </p15:clr>
        </p15:guide>
        <p15:guide id="7" orient="horz" pos="799">
          <p15:clr>
            <a:srgbClr val="F26B43"/>
          </p15:clr>
        </p15:guide>
        <p15:guide id="8" orient="horz" pos="2614">
          <p15:clr>
            <a:srgbClr val="F26B43"/>
          </p15:clr>
        </p15:guide>
        <p15:guide id="9" orient="horz" pos="1706">
          <p15:clr>
            <a:srgbClr val="F26B43"/>
          </p15:clr>
        </p15:guide>
        <p15:guide id="10" pos="3840">
          <p15:clr>
            <a:srgbClr val="F26B43"/>
          </p15:clr>
        </p15:guide>
        <p15:guide id="11" pos="2933">
          <p15:clr>
            <a:srgbClr val="F26B43"/>
          </p15:clr>
        </p15:guide>
        <p15:guide id="12" pos="2479">
          <p15:clr>
            <a:srgbClr val="F26B43"/>
          </p15:clr>
        </p15:guide>
        <p15:guide id="13" pos="2026">
          <p15:clr>
            <a:srgbClr val="F26B43"/>
          </p15:clr>
        </p15:guide>
        <p15:guide id="14" pos="1118">
          <p15:clr>
            <a:srgbClr val="F26B43"/>
          </p15:clr>
        </p15:guide>
        <p15:guide id="15" pos="4747">
          <p15:clr>
            <a:srgbClr val="F26B43"/>
          </p15:clr>
        </p15:guide>
        <p15:guide id="16" pos="5201">
          <p15:clr>
            <a:srgbClr val="F26B43"/>
          </p15:clr>
        </p15:guide>
        <p15:guide id="17" pos="5654">
          <p15:clr>
            <a:srgbClr val="F26B43"/>
          </p15:clr>
        </p15:guide>
        <p15:guide id="18" pos="6562">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8.jpg"/></Relationships>
</file>

<file path=ppt/slides/_rels/slide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64"/>
        <p:cNvGrpSpPr/>
        <p:nvPr/>
      </p:nvGrpSpPr>
      <p:grpSpPr>
        <a:xfrm>
          <a:off x="0" y="0"/>
          <a:ext cx="0" cy="0"/>
          <a:chOff x="0" y="0"/>
          <a:chExt cx="0" cy="0"/>
        </a:xfrm>
      </p:grpSpPr>
      <p:sp>
        <p:nvSpPr>
          <p:cNvPr id="165" name="Google Shape;165;p17"/>
          <p:cNvSpPr txBox="1"/>
          <p:nvPr/>
        </p:nvSpPr>
        <p:spPr>
          <a:xfrm>
            <a:off x="695325" y="3970817"/>
            <a:ext cx="8280300" cy="2154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chemeClr val="lt1"/>
              </a:buClr>
              <a:buSzPts val="1400"/>
              <a:buFont typeface="Arial"/>
              <a:buNone/>
            </a:pPr>
            <a:r>
              <a:rPr lang="en-US" dirty="0" err="1">
                <a:solidFill>
                  <a:schemeClr val="lt1"/>
                </a:solidFill>
              </a:rPr>
              <a:t>Спринт</a:t>
            </a:r>
            <a:r>
              <a:rPr lang="en-US" dirty="0">
                <a:solidFill>
                  <a:schemeClr val="lt1"/>
                </a:solidFill>
              </a:rPr>
              <a:t>:</a:t>
            </a:r>
            <a:endParaRPr dirty="0"/>
          </a:p>
        </p:txBody>
      </p:sp>
      <p:sp>
        <p:nvSpPr>
          <p:cNvPr id="166" name="Google Shape;166;p17"/>
          <p:cNvSpPr txBox="1"/>
          <p:nvPr/>
        </p:nvSpPr>
        <p:spPr>
          <a:xfrm>
            <a:off x="695400" y="2526041"/>
            <a:ext cx="9721800" cy="9234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Clr>
                <a:schemeClr val="lt1"/>
              </a:buClr>
              <a:buSzPts val="3000"/>
              <a:buFont typeface="Play"/>
              <a:buNone/>
            </a:pPr>
            <a:r>
              <a:rPr lang="en-US" sz="3000">
                <a:solidFill>
                  <a:schemeClr val="lt1"/>
                </a:solidFill>
                <a:latin typeface="Play"/>
                <a:ea typeface="Play"/>
                <a:cs typeface="Play"/>
                <a:sym typeface="Play"/>
              </a:rPr>
              <a:t>Демо SberAds Core</a:t>
            </a:r>
            <a:endParaRPr sz="3000">
              <a:solidFill>
                <a:schemeClr val="lt1"/>
              </a:solidFill>
              <a:latin typeface="Play"/>
              <a:ea typeface="Play"/>
              <a:cs typeface="Play"/>
              <a:sym typeface="Play"/>
            </a:endParaRPr>
          </a:p>
          <a:p>
            <a:pPr marL="0" lvl="0" indent="0" algn="l" rtl="0">
              <a:spcBef>
                <a:spcPts val="0"/>
              </a:spcBef>
              <a:spcAft>
                <a:spcPts val="0"/>
              </a:spcAft>
              <a:buClr>
                <a:schemeClr val="lt1"/>
              </a:buClr>
              <a:buSzPts val="3000"/>
              <a:buFont typeface="Play"/>
              <a:buNone/>
            </a:pPr>
            <a:r>
              <a:rPr lang="en-US" sz="3000">
                <a:solidFill>
                  <a:schemeClr val="lt1"/>
                </a:solidFill>
                <a:latin typeface="Play"/>
                <a:ea typeface="Play"/>
                <a:cs typeface="Play"/>
                <a:sym typeface="Play"/>
              </a:rPr>
              <a:t>Инструменты Разработки </a:t>
            </a:r>
            <a:endParaRPr sz="3000">
              <a:solidFill>
                <a:schemeClr val="lt1"/>
              </a:solidFill>
              <a:latin typeface="Play"/>
              <a:ea typeface="Play"/>
              <a:cs typeface="Play"/>
              <a:sym typeface="Play"/>
            </a:endParaRPr>
          </a:p>
        </p:txBody>
      </p:sp>
      <p:pic>
        <p:nvPicPr>
          <p:cNvPr id="167" name="Google Shape;167;p17"/>
          <p:cNvPicPr preferRelativeResize="0"/>
          <p:nvPr/>
        </p:nvPicPr>
        <p:blipFill rotWithShape="1">
          <a:blip r:embed="rId3">
            <a:alphaModFix/>
          </a:blip>
          <a:srcRect/>
          <a:stretch/>
        </p:blipFill>
        <p:spPr>
          <a:xfrm>
            <a:off x="0" y="-2311210"/>
            <a:ext cx="1478653" cy="653926"/>
          </a:xfrm>
          <a:prstGeom prst="rect">
            <a:avLst/>
          </a:prstGeom>
          <a:noFill/>
          <a:ln>
            <a:noFill/>
          </a:ln>
        </p:spPr>
      </p:pic>
      <p:pic>
        <p:nvPicPr>
          <p:cNvPr id="168" name="Google Shape;168;p17" title="5314296218437937262.jpg"/>
          <p:cNvPicPr preferRelativeResize="0"/>
          <p:nvPr/>
        </p:nvPicPr>
        <p:blipFill>
          <a:blip r:embed="rId4">
            <a:alphaModFix/>
          </a:blip>
          <a:stretch>
            <a:fillRect/>
          </a:stretch>
        </p:blipFill>
        <p:spPr>
          <a:xfrm>
            <a:off x="10566500" y="0"/>
            <a:ext cx="1625500" cy="162550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72"/>
        <p:cNvGrpSpPr/>
        <p:nvPr/>
      </p:nvGrpSpPr>
      <p:grpSpPr>
        <a:xfrm>
          <a:off x="0" y="0"/>
          <a:ext cx="0" cy="0"/>
          <a:chOff x="0" y="0"/>
          <a:chExt cx="0" cy="0"/>
        </a:xfrm>
      </p:grpSpPr>
      <p:sp>
        <p:nvSpPr>
          <p:cNvPr id="173" name="Google Shape;173;p18"/>
          <p:cNvSpPr txBox="1"/>
          <p:nvPr/>
        </p:nvSpPr>
        <p:spPr>
          <a:xfrm>
            <a:off x="685800" y="1611565"/>
            <a:ext cx="10903500" cy="47685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1000"/>
              </a:spcBef>
              <a:spcAft>
                <a:spcPts val="0"/>
              </a:spcAft>
              <a:buClr>
                <a:schemeClr val="lt1"/>
              </a:buClr>
              <a:buSzPts val="1400"/>
              <a:buFont typeface="Arial"/>
              <a:buNone/>
            </a:pPr>
            <a:r>
              <a:rPr lang="en-US" dirty="0">
                <a:solidFill>
                  <a:schemeClr val="lt1"/>
                </a:solidFill>
              </a:rPr>
              <a:t>{body}</a:t>
            </a:r>
          </a:p>
        </p:txBody>
      </p:sp>
      <p:sp>
        <p:nvSpPr>
          <p:cNvPr id="175" name="Google Shape;175;p18"/>
          <p:cNvSpPr/>
          <p:nvPr/>
        </p:nvSpPr>
        <p:spPr>
          <a:xfrm>
            <a:off x="213575" y="162050"/>
            <a:ext cx="10554600" cy="372000"/>
          </a:xfrm>
          <a:prstGeom prst="roundRect">
            <a:avLst>
              <a:gd name="adj" fmla="val 16667"/>
            </a:avLst>
          </a:prstGeom>
          <a:solidFill>
            <a:srgbClr val="000000">
              <a:alpha val="20000"/>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rgbClr val="FFFFFF"/>
              </a:solidFill>
              <a:latin typeface="Calibri"/>
              <a:ea typeface="Calibri"/>
              <a:cs typeface="Calibri"/>
              <a:sym typeface="Calibri"/>
            </a:endParaRPr>
          </a:p>
        </p:txBody>
      </p:sp>
      <p:sp>
        <p:nvSpPr>
          <p:cNvPr id="176" name="Google Shape;176;p18"/>
          <p:cNvSpPr txBox="1"/>
          <p:nvPr/>
        </p:nvSpPr>
        <p:spPr>
          <a:xfrm>
            <a:off x="685800" y="886813"/>
            <a:ext cx="10161900" cy="5661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chemeClr val="lt1"/>
              </a:buClr>
              <a:buSzPts val="3200"/>
              <a:buFont typeface="Play"/>
              <a:buNone/>
            </a:pPr>
            <a:r>
              <a:rPr lang="en-US" sz="3200" dirty="0">
                <a:solidFill>
                  <a:schemeClr val="lt1"/>
                </a:solidFill>
                <a:latin typeface="Play"/>
                <a:ea typeface="Play"/>
                <a:cs typeface="Play"/>
                <a:sym typeface="Play"/>
              </a:rPr>
              <a:t>{title} </a:t>
            </a:r>
            <a:endParaRPr sz="3200" b="0" i="0" dirty="0">
              <a:solidFill>
                <a:schemeClr val="lt1"/>
              </a:solidFill>
              <a:latin typeface="Play"/>
              <a:ea typeface="Play"/>
              <a:cs typeface="Play"/>
              <a:sym typeface="Play"/>
            </a:endParaRPr>
          </a:p>
        </p:txBody>
      </p:sp>
      <p:sp>
        <p:nvSpPr>
          <p:cNvPr id="177" name="Google Shape;177;p18"/>
          <p:cNvSpPr/>
          <p:nvPr/>
        </p:nvSpPr>
        <p:spPr>
          <a:xfrm>
            <a:off x="428164" y="209600"/>
            <a:ext cx="10161900" cy="2769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US" sz="1800" b="1" dirty="0">
                <a:solidFill>
                  <a:srgbClr val="FFFFFF"/>
                </a:solidFill>
                <a:latin typeface="Play"/>
                <a:ea typeface="Play"/>
                <a:cs typeface="Play"/>
                <a:sym typeface="Play"/>
              </a:rPr>
              <a:t>{epic}</a:t>
            </a:r>
            <a:endParaRPr dirty="0"/>
          </a:p>
        </p:txBody>
      </p:sp>
      <p:pic>
        <p:nvPicPr>
          <p:cNvPr id="174" name="Google Shape;174;p18"/>
          <p:cNvPicPr preferRelativeResize="0"/>
          <p:nvPr/>
        </p:nvPicPr>
        <p:blipFill>
          <a:blip r:embed="rId3">
            <a:alphaModFix/>
          </a:blip>
          <a:stretch>
            <a:fillRect/>
          </a:stretch>
        </p:blipFill>
        <p:spPr>
          <a:xfrm>
            <a:off x="11053750" y="267093"/>
            <a:ext cx="885825" cy="161925"/>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81"/>
        <p:cNvGrpSpPr/>
        <p:nvPr/>
      </p:nvGrpSpPr>
      <p:grpSpPr>
        <a:xfrm>
          <a:off x="0" y="0"/>
          <a:ext cx="0" cy="0"/>
          <a:chOff x="0" y="0"/>
          <a:chExt cx="0" cy="0"/>
        </a:xfrm>
      </p:grpSpPr>
      <p:sp>
        <p:nvSpPr>
          <p:cNvPr id="182" name="Google Shape;182;p19"/>
          <p:cNvSpPr txBox="1"/>
          <p:nvPr/>
        </p:nvSpPr>
        <p:spPr>
          <a:xfrm>
            <a:off x="695400" y="2539103"/>
            <a:ext cx="9721850" cy="100964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chemeClr val="lt1"/>
              </a:buClr>
              <a:buSzPts val="4000"/>
              <a:buFont typeface="Play"/>
              <a:buNone/>
            </a:pPr>
            <a:r>
              <a:rPr lang="en-US" sz="4000">
                <a:solidFill>
                  <a:schemeClr val="lt1"/>
                </a:solidFill>
                <a:latin typeface="Play"/>
                <a:ea typeface="Play"/>
                <a:cs typeface="Play"/>
                <a:sym typeface="Play"/>
              </a:rPr>
              <a:t>Спасибо за внимание</a:t>
            </a:r>
            <a:endParaRPr sz="4000" b="0" i="0" u="none" strike="noStrike" cap="none">
              <a:solidFill>
                <a:schemeClr val="lt1"/>
              </a:solidFill>
              <a:latin typeface="Play"/>
              <a:ea typeface="Play"/>
              <a:cs typeface="Play"/>
              <a:sym typeface="Play"/>
            </a:endParaRPr>
          </a:p>
        </p:txBody>
      </p:sp>
      <p:pic>
        <p:nvPicPr>
          <p:cNvPr id="183" name="Google Shape;183;p19"/>
          <p:cNvPicPr preferRelativeResize="0"/>
          <p:nvPr/>
        </p:nvPicPr>
        <p:blipFill>
          <a:blip r:embed="rId3">
            <a:alphaModFix/>
          </a:blip>
          <a:stretch>
            <a:fillRect/>
          </a:stretch>
        </p:blipFill>
        <p:spPr>
          <a:xfrm>
            <a:off x="11053750" y="271400"/>
            <a:ext cx="885825" cy="161925"/>
          </a:xfrm>
          <a:prstGeom prst="rect">
            <a:avLst/>
          </a:prstGeom>
          <a:noFill/>
          <a:ln>
            <a:noFill/>
          </a:ln>
        </p:spPr>
      </p:pic>
    </p:spTree>
  </p:cSld>
  <p:clrMapOvr>
    <a:masterClrMapping/>
  </p:clrMapOvr>
</p:sld>
</file>

<file path=ppt/theme/theme1.xml><?xml version="1.0" encoding="utf-8"?>
<a:theme xmlns:a="http://schemas.openxmlformats.org/drawingml/2006/main" name="2_Тема Office">
  <a:themeElements>
    <a:clrScheme name="Custom 3">
      <a:dk1>
        <a:srgbClr val="000000"/>
      </a:dk1>
      <a:lt1>
        <a:srgbClr val="FFFFFF"/>
      </a:lt1>
      <a:dk2>
        <a:srgbClr val="44546A"/>
      </a:dk2>
      <a:lt2>
        <a:srgbClr val="E7E6E6"/>
      </a:lt2>
      <a:accent1>
        <a:srgbClr val="20BA70"/>
      </a:accent1>
      <a:accent2>
        <a:srgbClr val="2DC2A7"/>
      </a:accent2>
      <a:accent3>
        <a:srgbClr val="1D6964"/>
      </a:accent3>
      <a:accent4>
        <a:srgbClr val="1DA099"/>
      </a:accent4>
      <a:accent5>
        <a:srgbClr val="208468"/>
      </a:accent5>
      <a:accent6>
        <a:srgbClr val="0F7E8A"/>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Тема Office">
  <a:themeElements>
    <a:clrScheme name="Стандартная">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TotalTime>
  <Words>19</Words>
  <Application>Microsoft Macintosh PowerPoint</Application>
  <PresentationFormat>Широкоэкранный</PresentationFormat>
  <Paragraphs>7</Paragraphs>
  <Slides>3</Slides>
  <Notes>3</Notes>
  <HiddenSlides>0</HiddenSlides>
  <MMClips>0</MMClips>
  <ScaleCrop>false</ScaleCrop>
  <HeadingPairs>
    <vt:vector size="6" baseType="variant">
      <vt:variant>
        <vt:lpstr>Использованные шрифты</vt:lpstr>
      </vt:variant>
      <vt:variant>
        <vt:i4>3</vt:i4>
      </vt:variant>
      <vt:variant>
        <vt:lpstr>Тема</vt:lpstr>
      </vt:variant>
      <vt:variant>
        <vt:i4>1</vt:i4>
      </vt:variant>
      <vt:variant>
        <vt:lpstr>Заголовки слайдов</vt:lpstr>
      </vt:variant>
      <vt:variant>
        <vt:i4>3</vt:i4>
      </vt:variant>
    </vt:vector>
  </HeadingPairs>
  <TitlesOfParts>
    <vt:vector size="7" baseType="lpstr">
      <vt:lpstr>Play</vt:lpstr>
      <vt:lpstr>Arial</vt:lpstr>
      <vt:lpstr>Calibri</vt:lpstr>
      <vt:lpstr>2_Тема Office</vt:lpstr>
      <vt:lpstr>Презентация PowerPoint</vt:lpstr>
      <vt:lpstr>Презентация PowerPoint</vt:lpstr>
      <vt:lpstr>Презентация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Анастасия Зайцева</cp:lastModifiedBy>
  <cp:revision>7</cp:revision>
  <dcterms:modified xsi:type="dcterms:W3CDTF">2026-02-17T11:14:14Z</dcterms:modified>
</cp:coreProperties>
</file>